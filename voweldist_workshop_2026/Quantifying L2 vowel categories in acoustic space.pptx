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89" r:id="rId4"/>
    <p:sldId id="273" r:id="rId5"/>
    <p:sldId id="300" r:id="rId6"/>
    <p:sldId id="275" r:id="rId7"/>
    <p:sldId id="276" r:id="rId8"/>
    <p:sldId id="277" r:id="rId9"/>
    <p:sldId id="301" r:id="rId10"/>
    <p:sldId id="278" r:id="rId11"/>
    <p:sldId id="292" r:id="rId12"/>
    <p:sldId id="302" r:id="rId13"/>
    <p:sldId id="279" r:id="rId14"/>
    <p:sldId id="281" r:id="rId15"/>
    <p:sldId id="303" r:id="rId16"/>
    <p:sldId id="282" r:id="rId17"/>
    <p:sldId id="293" r:id="rId18"/>
    <p:sldId id="283" r:id="rId19"/>
    <p:sldId id="304" r:id="rId20"/>
    <p:sldId id="284" r:id="rId21"/>
    <p:sldId id="295" r:id="rId22"/>
    <p:sldId id="294" r:id="rId23"/>
    <p:sldId id="297" r:id="rId24"/>
    <p:sldId id="296" r:id="rId25"/>
    <p:sldId id="299" r:id="rId26"/>
    <p:sldId id="291" r:id="rId27"/>
    <p:sldId id="290" r:id="rId28"/>
    <p:sldId id="298" r:id="rId29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an Borràs-Comes" initials="JBC" lastIdx="1" clrIdx="0">
    <p:extLst>
      <p:ext uri="{19B8F6BF-5375-455C-9EA6-DF929625EA0E}">
        <p15:presenceInfo xmlns:p15="http://schemas.microsoft.com/office/powerpoint/2012/main" userId="S::joanborras@ub.edu::e83ca080-b58f-4b39-a8e9-ab96c766dc1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6323" autoAdjust="0"/>
  </p:normalViewPr>
  <p:slideViewPr>
    <p:cSldViewPr snapToGrid="0">
      <p:cViewPr varScale="1">
        <p:scale>
          <a:sx n="120" d="100"/>
          <a:sy n="120" d="100"/>
        </p:scale>
        <p:origin x="23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 Borràs-Comes" userId="e83ca080-b58f-4b39-a8e9-ab96c766dc1d" providerId="ADAL" clId="{EFD2FF4C-FBF8-44BB-BA35-9EFB7D9C0E95}"/>
    <pc:docChg chg="undo custSel modSld">
      <pc:chgData name="Joan Borràs-Comes" userId="e83ca080-b58f-4b39-a8e9-ab96c766dc1d" providerId="ADAL" clId="{EFD2FF4C-FBF8-44BB-BA35-9EFB7D9C0E95}" dt="2026-06-10T11:30:10.184" v="67" actId="6549"/>
      <pc:docMkLst>
        <pc:docMk/>
      </pc:docMkLst>
      <pc:sldChg chg="modSp mod">
        <pc:chgData name="Joan Borràs-Comes" userId="e83ca080-b58f-4b39-a8e9-ab96c766dc1d" providerId="ADAL" clId="{EFD2FF4C-FBF8-44BB-BA35-9EFB7D9C0E95}" dt="2026-06-10T07:13:43.833" v="0" actId="113"/>
        <pc:sldMkLst>
          <pc:docMk/>
          <pc:sldMk cId="361063897" sldId="273"/>
        </pc:sldMkLst>
        <pc:spChg chg="mod">
          <ac:chgData name="Joan Borràs-Comes" userId="e83ca080-b58f-4b39-a8e9-ab96c766dc1d" providerId="ADAL" clId="{EFD2FF4C-FBF8-44BB-BA35-9EFB7D9C0E95}" dt="2026-06-10T07:13:43.833" v="0" actId="113"/>
          <ac:spMkLst>
            <pc:docMk/>
            <pc:sldMk cId="361063897" sldId="273"/>
            <ac:spMk id="3" creationId="{D1E35B62-0D46-4BA6-94D7-45EFCC42F95E}"/>
          </ac:spMkLst>
        </pc:spChg>
      </pc:sldChg>
      <pc:sldChg chg="modSp mod">
        <pc:chgData name="Joan Borràs-Comes" userId="e83ca080-b58f-4b39-a8e9-ab96c766dc1d" providerId="ADAL" clId="{EFD2FF4C-FBF8-44BB-BA35-9EFB7D9C0E95}" dt="2026-06-10T11:27:50.007" v="22"/>
        <pc:sldMkLst>
          <pc:docMk/>
          <pc:sldMk cId="1942406594" sldId="279"/>
        </pc:sldMkLst>
        <pc:spChg chg="mod">
          <ac:chgData name="Joan Borràs-Comes" userId="e83ca080-b58f-4b39-a8e9-ab96c766dc1d" providerId="ADAL" clId="{EFD2FF4C-FBF8-44BB-BA35-9EFB7D9C0E95}" dt="2026-06-10T11:27:50.007" v="22"/>
          <ac:spMkLst>
            <pc:docMk/>
            <pc:sldMk cId="1942406594" sldId="279"/>
            <ac:spMk id="3" creationId="{3FFC21D5-293F-4509-AAD8-C26E0DF40A41}"/>
          </ac:spMkLst>
        </pc:spChg>
      </pc:sldChg>
      <pc:sldChg chg="modSp mod">
        <pc:chgData name="Joan Borràs-Comes" userId="e83ca080-b58f-4b39-a8e9-ab96c766dc1d" providerId="ADAL" clId="{EFD2FF4C-FBF8-44BB-BA35-9EFB7D9C0E95}" dt="2026-06-10T11:28:44.220" v="27" actId="27636"/>
        <pc:sldMkLst>
          <pc:docMk/>
          <pc:sldMk cId="197139638" sldId="282"/>
        </pc:sldMkLst>
        <pc:spChg chg="mod">
          <ac:chgData name="Joan Borràs-Comes" userId="e83ca080-b58f-4b39-a8e9-ab96c766dc1d" providerId="ADAL" clId="{EFD2FF4C-FBF8-44BB-BA35-9EFB7D9C0E95}" dt="2026-06-10T11:28:44.220" v="27" actId="27636"/>
          <ac:spMkLst>
            <pc:docMk/>
            <pc:sldMk cId="197139638" sldId="282"/>
            <ac:spMk id="3" creationId="{D0B1FC6C-CE2C-4B8C-B2D3-21DE63D43D7D}"/>
          </ac:spMkLst>
        </pc:spChg>
      </pc:sldChg>
      <pc:sldChg chg="modSp mod">
        <pc:chgData name="Joan Borràs-Comes" userId="e83ca080-b58f-4b39-a8e9-ab96c766dc1d" providerId="ADAL" clId="{EFD2FF4C-FBF8-44BB-BA35-9EFB7D9C0E95}" dt="2026-06-10T11:29:20.099" v="37" actId="20577"/>
        <pc:sldMkLst>
          <pc:docMk/>
          <pc:sldMk cId="607354899" sldId="283"/>
        </pc:sldMkLst>
        <pc:spChg chg="mod">
          <ac:chgData name="Joan Borràs-Comes" userId="e83ca080-b58f-4b39-a8e9-ab96c766dc1d" providerId="ADAL" clId="{EFD2FF4C-FBF8-44BB-BA35-9EFB7D9C0E95}" dt="2026-06-10T11:29:20.099" v="37" actId="20577"/>
          <ac:spMkLst>
            <pc:docMk/>
            <pc:sldMk cId="607354899" sldId="283"/>
            <ac:spMk id="7" creationId="{DD74D8BE-7935-4C6F-AAD9-76104C322306}"/>
          </ac:spMkLst>
        </pc:spChg>
      </pc:sldChg>
      <pc:sldChg chg="modSp mod">
        <pc:chgData name="Joan Borràs-Comes" userId="e83ca080-b58f-4b39-a8e9-ab96c766dc1d" providerId="ADAL" clId="{EFD2FF4C-FBF8-44BB-BA35-9EFB7D9C0E95}" dt="2026-06-10T11:27:23.738" v="21"/>
        <pc:sldMkLst>
          <pc:docMk/>
          <pc:sldMk cId="548448291" sldId="284"/>
        </pc:sldMkLst>
        <pc:spChg chg="mod">
          <ac:chgData name="Joan Borràs-Comes" userId="e83ca080-b58f-4b39-a8e9-ab96c766dc1d" providerId="ADAL" clId="{EFD2FF4C-FBF8-44BB-BA35-9EFB7D9C0E95}" dt="2026-06-10T11:27:23.738" v="21"/>
          <ac:spMkLst>
            <pc:docMk/>
            <pc:sldMk cId="548448291" sldId="284"/>
            <ac:spMk id="3" creationId="{477B419B-1DAF-4C2A-9BEE-DC5E777249C7}"/>
          </ac:spMkLst>
        </pc:spChg>
      </pc:sldChg>
      <pc:sldChg chg="modSp mod">
        <pc:chgData name="Joan Borràs-Comes" userId="e83ca080-b58f-4b39-a8e9-ab96c766dc1d" providerId="ADAL" clId="{EFD2FF4C-FBF8-44BB-BA35-9EFB7D9C0E95}" dt="2026-06-10T11:30:10.184" v="67" actId="6549"/>
        <pc:sldMkLst>
          <pc:docMk/>
          <pc:sldMk cId="447647784" sldId="290"/>
        </pc:sldMkLst>
        <pc:spChg chg="mod">
          <ac:chgData name="Joan Borràs-Comes" userId="e83ca080-b58f-4b39-a8e9-ab96c766dc1d" providerId="ADAL" clId="{EFD2FF4C-FBF8-44BB-BA35-9EFB7D9C0E95}" dt="2026-06-10T11:30:10.184" v="67" actId="6549"/>
          <ac:spMkLst>
            <pc:docMk/>
            <pc:sldMk cId="447647784" sldId="290"/>
            <ac:spMk id="3" creationId="{D3AC8F5C-93BF-46ED-9C60-0FE0B971E643}"/>
          </ac:spMkLst>
        </pc:spChg>
      </pc:sldChg>
      <pc:sldChg chg="modSp mod">
        <pc:chgData name="Joan Borràs-Comes" userId="e83ca080-b58f-4b39-a8e9-ab96c766dc1d" providerId="ADAL" clId="{EFD2FF4C-FBF8-44BB-BA35-9EFB7D9C0E95}" dt="2026-06-10T11:25:44.587" v="18" actId="6549"/>
        <pc:sldMkLst>
          <pc:docMk/>
          <pc:sldMk cId="2548541040" sldId="298"/>
        </pc:sldMkLst>
        <pc:spChg chg="mod">
          <ac:chgData name="Joan Borràs-Comes" userId="e83ca080-b58f-4b39-a8e9-ab96c766dc1d" providerId="ADAL" clId="{EFD2FF4C-FBF8-44BB-BA35-9EFB7D9C0E95}" dt="2026-06-10T11:25:18.411" v="1"/>
          <ac:spMkLst>
            <pc:docMk/>
            <pc:sldMk cId="2548541040" sldId="298"/>
            <ac:spMk id="2" creationId="{D18730D3-76D0-4A0F-B9CC-D1F957F590C6}"/>
          </ac:spMkLst>
        </pc:spChg>
        <pc:spChg chg="mod">
          <ac:chgData name="Joan Borràs-Comes" userId="e83ca080-b58f-4b39-a8e9-ab96c766dc1d" providerId="ADAL" clId="{EFD2FF4C-FBF8-44BB-BA35-9EFB7D9C0E95}" dt="2026-06-10T11:25:44.587" v="18" actId="6549"/>
          <ac:spMkLst>
            <pc:docMk/>
            <pc:sldMk cId="2548541040" sldId="298"/>
            <ac:spMk id="3" creationId="{6C093EC3-822A-47E2-9504-AA27DFE95650}"/>
          </ac:spMkLst>
        </pc:spChg>
      </pc:sldChg>
    </pc:docChg>
  </pc:docChgLst>
  <pc:docChgLst>
    <pc:chgData name="Joan Borràs-Comes" userId="e83ca080-b58f-4b39-a8e9-ab96c766dc1d" providerId="ADAL" clId="{C7B9BAE6-3FC8-44F1-8263-9AFE2A7DEFD7}"/>
    <pc:docChg chg="undo redo custSel addSld delSld modSld modMainMaster">
      <pc:chgData name="Joan Borràs-Comes" userId="e83ca080-b58f-4b39-a8e9-ab96c766dc1d" providerId="ADAL" clId="{C7B9BAE6-3FC8-44F1-8263-9AFE2A7DEFD7}" dt="2026-03-28T12:40:27.305" v="668" actId="1076"/>
      <pc:docMkLst>
        <pc:docMk/>
      </pc:docMkLst>
      <pc:sldChg chg="modSp mod">
        <pc:chgData name="Joan Borràs-Comes" userId="e83ca080-b58f-4b39-a8e9-ab96c766dc1d" providerId="ADAL" clId="{C7B9BAE6-3FC8-44F1-8263-9AFE2A7DEFD7}" dt="2026-03-28T12:33:51.773" v="582" actId="2711"/>
        <pc:sldMkLst>
          <pc:docMk/>
          <pc:sldMk cId="1117032054" sldId="256"/>
        </pc:sldMkLst>
        <pc:spChg chg="mod">
          <ac:chgData name="Joan Borràs-Comes" userId="e83ca080-b58f-4b39-a8e9-ab96c766dc1d" providerId="ADAL" clId="{C7B9BAE6-3FC8-44F1-8263-9AFE2A7DEFD7}" dt="2026-03-28T12:33:14.713" v="581" actId="113"/>
          <ac:spMkLst>
            <pc:docMk/>
            <pc:sldMk cId="1117032054" sldId="256"/>
            <ac:spMk id="2" creationId="{EF75F305-4FA8-42E9-84ED-B75DD6607F58}"/>
          </ac:spMkLst>
        </pc:spChg>
        <pc:spChg chg="mod">
          <ac:chgData name="Joan Borràs-Comes" userId="e83ca080-b58f-4b39-a8e9-ab96c766dc1d" providerId="ADAL" clId="{C7B9BAE6-3FC8-44F1-8263-9AFE2A7DEFD7}" dt="2026-03-28T12:33:51.773" v="582" actId="2711"/>
          <ac:spMkLst>
            <pc:docMk/>
            <pc:sldMk cId="1117032054" sldId="256"/>
            <ac:spMk id="3" creationId="{973855E2-DB1D-42BB-B1AC-26B4734BB1F7}"/>
          </ac:spMkLst>
        </pc:spChg>
      </pc:sldChg>
      <pc:sldChg chg="modSp mod">
        <pc:chgData name="Joan Borràs-Comes" userId="e83ca080-b58f-4b39-a8e9-ab96c766dc1d" providerId="ADAL" clId="{C7B9BAE6-3FC8-44F1-8263-9AFE2A7DEFD7}" dt="2026-03-28T10:58:42.788" v="50" actId="20577"/>
        <pc:sldMkLst>
          <pc:docMk/>
          <pc:sldMk cId="1983211325" sldId="272"/>
        </pc:sldMkLst>
        <pc:spChg chg="mod">
          <ac:chgData name="Joan Borràs-Comes" userId="e83ca080-b58f-4b39-a8e9-ab96c766dc1d" providerId="ADAL" clId="{C7B9BAE6-3FC8-44F1-8263-9AFE2A7DEFD7}" dt="2026-03-28T10:58:42.788" v="50" actId="20577"/>
          <ac:spMkLst>
            <pc:docMk/>
            <pc:sldMk cId="1983211325" sldId="272"/>
            <ac:spMk id="6" creationId="{41D49B2D-8B49-4DF8-A99A-DF04537C0F99}"/>
          </ac:spMkLst>
        </pc:spChg>
        <pc:picChg chg="mod">
          <ac:chgData name="Joan Borràs-Comes" userId="e83ca080-b58f-4b39-a8e9-ab96c766dc1d" providerId="ADAL" clId="{C7B9BAE6-3FC8-44F1-8263-9AFE2A7DEFD7}" dt="2026-03-28T10:51:03.144" v="44" actId="1076"/>
          <ac:picMkLst>
            <pc:docMk/>
            <pc:sldMk cId="1983211325" sldId="272"/>
            <ac:picMk id="7" creationId="{55D03C11-3D30-4056-B6E5-F114186494DD}"/>
          </ac:picMkLst>
        </pc:picChg>
      </pc:sldChg>
      <pc:sldChg chg="modSp mod">
        <pc:chgData name="Joan Borràs-Comes" userId="e83ca080-b58f-4b39-a8e9-ab96c766dc1d" providerId="ADAL" clId="{C7B9BAE6-3FC8-44F1-8263-9AFE2A7DEFD7}" dt="2026-03-28T11:10:36.632" v="191" actId="207"/>
        <pc:sldMkLst>
          <pc:docMk/>
          <pc:sldMk cId="361063897" sldId="273"/>
        </pc:sldMkLst>
        <pc:spChg chg="mod">
          <ac:chgData name="Joan Borràs-Comes" userId="e83ca080-b58f-4b39-a8e9-ab96c766dc1d" providerId="ADAL" clId="{C7B9BAE6-3FC8-44F1-8263-9AFE2A7DEFD7}" dt="2026-03-28T11:10:36.632" v="191" actId="207"/>
          <ac:spMkLst>
            <pc:docMk/>
            <pc:sldMk cId="361063897" sldId="273"/>
            <ac:spMk id="3" creationId="{D1E35B62-0D46-4BA6-94D7-45EFCC42F95E}"/>
          </ac:spMkLst>
        </pc:spChg>
      </pc:sldChg>
      <pc:sldChg chg="del">
        <pc:chgData name="Joan Borràs-Comes" userId="e83ca080-b58f-4b39-a8e9-ab96c766dc1d" providerId="ADAL" clId="{C7B9BAE6-3FC8-44F1-8263-9AFE2A7DEFD7}" dt="2026-03-28T10:51:45.053" v="45" actId="47"/>
        <pc:sldMkLst>
          <pc:docMk/>
          <pc:sldMk cId="3116316496" sldId="274"/>
        </pc:sldMkLst>
      </pc:sldChg>
      <pc:sldChg chg="modSp mod">
        <pc:chgData name="Joan Borràs-Comes" userId="e83ca080-b58f-4b39-a8e9-ab96c766dc1d" providerId="ADAL" clId="{C7B9BAE6-3FC8-44F1-8263-9AFE2A7DEFD7}" dt="2026-03-28T11:14:12.766" v="213" actId="179"/>
        <pc:sldMkLst>
          <pc:docMk/>
          <pc:sldMk cId="2970351343" sldId="275"/>
        </pc:sldMkLst>
        <pc:spChg chg="mod">
          <ac:chgData name="Joan Borràs-Comes" userId="e83ca080-b58f-4b39-a8e9-ab96c766dc1d" providerId="ADAL" clId="{C7B9BAE6-3FC8-44F1-8263-9AFE2A7DEFD7}" dt="2026-03-28T10:39:17.298" v="11" actId="27636"/>
          <ac:spMkLst>
            <pc:docMk/>
            <pc:sldMk cId="2970351343" sldId="275"/>
            <ac:spMk id="2" creationId="{624C4E02-7E97-4E79-AD51-7C7001B62527}"/>
          </ac:spMkLst>
        </pc:spChg>
        <pc:spChg chg="mod">
          <ac:chgData name="Joan Borràs-Comes" userId="e83ca080-b58f-4b39-a8e9-ab96c766dc1d" providerId="ADAL" clId="{C7B9BAE6-3FC8-44F1-8263-9AFE2A7DEFD7}" dt="2026-03-28T11:14:12.766" v="213" actId="179"/>
          <ac:spMkLst>
            <pc:docMk/>
            <pc:sldMk cId="2970351343" sldId="275"/>
            <ac:spMk id="3" creationId="{7DCA009F-AEBD-4B7B-A183-DA74F8636934}"/>
          </ac:spMkLst>
        </pc:spChg>
      </pc:sldChg>
      <pc:sldChg chg="modSp mod">
        <pc:chgData name="Joan Borràs-Comes" userId="e83ca080-b58f-4b39-a8e9-ab96c766dc1d" providerId="ADAL" clId="{C7B9BAE6-3FC8-44F1-8263-9AFE2A7DEFD7}" dt="2026-03-28T11:36:51.499" v="333" actId="207"/>
        <pc:sldMkLst>
          <pc:docMk/>
          <pc:sldMk cId="3836648990" sldId="276"/>
        </pc:sldMkLst>
        <pc:spChg chg="mod">
          <ac:chgData name="Joan Borràs-Comes" userId="e83ca080-b58f-4b39-a8e9-ab96c766dc1d" providerId="ADAL" clId="{C7B9BAE6-3FC8-44F1-8263-9AFE2A7DEFD7}" dt="2026-03-28T10:40:49.327" v="17" actId="27636"/>
          <ac:spMkLst>
            <pc:docMk/>
            <pc:sldMk cId="3836648990" sldId="276"/>
            <ac:spMk id="2" creationId="{939FBF99-E992-4905-BAD7-E50AB6846780}"/>
          </ac:spMkLst>
        </pc:spChg>
        <pc:spChg chg="mod">
          <ac:chgData name="Joan Borràs-Comes" userId="e83ca080-b58f-4b39-a8e9-ab96c766dc1d" providerId="ADAL" clId="{C7B9BAE6-3FC8-44F1-8263-9AFE2A7DEFD7}" dt="2026-03-28T11:36:51.499" v="333" actId="207"/>
          <ac:spMkLst>
            <pc:docMk/>
            <pc:sldMk cId="3836648990" sldId="276"/>
            <ac:spMk id="3" creationId="{365DF453-E8AE-496F-B76E-7E3E6543B397}"/>
          </ac:spMkLst>
        </pc:spChg>
      </pc:sldChg>
      <pc:sldChg chg="addSp delSp modSp mod">
        <pc:chgData name="Joan Borràs-Comes" userId="e83ca080-b58f-4b39-a8e9-ab96c766dc1d" providerId="ADAL" clId="{C7B9BAE6-3FC8-44F1-8263-9AFE2A7DEFD7}" dt="2026-03-28T12:40:14.259" v="665" actId="1076"/>
        <pc:sldMkLst>
          <pc:docMk/>
          <pc:sldMk cId="2742475196" sldId="277"/>
        </pc:sldMkLst>
        <pc:spChg chg="del mod">
          <ac:chgData name="Joan Borràs-Comes" userId="e83ca080-b58f-4b39-a8e9-ab96c766dc1d" providerId="ADAL" clId="{C7B9BAE6-3FC8-44F1-8263-9AFE2A7DEFD7}" dt="2026-03-28T12:34:33.617" v="584" actId="478"/>
          <ac:spMkLst>
            <pc:docMk/>
            <pc:sldMk cId="2742475196" sldId="277"/>
            <ac:spMk id="3" creationId="{52208524-1984-42FD-A86B-9732EAA71325}"/>
          </ac:spMkLst>
        </pc:spChg>
        <pc:spChg chg="add del mod">
          <ac:chgData name="Joan Borràs-Comes" userId="e83ca080-b58f-4b39-a8e9-ab96c766dc1d" providerId="ADAL" clId="{C7B9BAE6-3FC8-44F1-8263-9AFE2A7DEFD7}" dt="2026-03-28T12:37:11.594" v="619" actId="478"/>
          <ac:spMkLst>
            <pc:docMk/>
            <pc:sldMk cId="2742475196" sldId="277"/>
            <ac:spMk id="5" creationId="{DAADFDC0-DE97-4BFD-88B3-9274557F5C8C}"/>
          </ac:spMkLst>
        </pc:spChg>
        <pc:grpChg chg="add del mod">
          <ac:chgData name="Joan Borràs-Comes" userId="e83ca080-b58f-4b39-a8e9-ab96c766dc1d" providerId="ADAL" clId="{C7B9BAE6-3FC8-44F1-8263-9AFE2A7DEFD7}" dt="2026-03-28T12:37:06.701" v="617" actId="21"/>
          <ac:grpSpMkLst>
            <pc:docMk/>
            <pc:sldMk cId="2742475196" sldId="277"/>
            <ac:grpSpMk id="6" creationId="{321388FE-CC6B-4EEF-AB3E-CD95DEE29E1E}"/>
          </ac:grpSpMkLst>
        </pc:grpChg>
        <pc:grpChg chg="add mod">
          <ac:chgData name="Joan Borràs-Comes" userId="e83ca080-b58f-4b39-a8e9-ab96c766dc1d" providerId="ADAL" clId="{C7B9BAE6-3FC8-44F1-8263-9AFE2A7DEFD7}" dt="2026-03-28T12:40:14.259" v="665" actId="1076"/>
          <ac:grpSpMkLst>
            <pc:docMk/>
            <pc:sldMk cId="2742475196" sldId="277"/>
            <ac:grpSpMk id="13" creationId="{1D22AA75-E3CF-4344-8509-BA0D5939842C}"/>
          </ac:grpSpMkLst>
        </pc:grpChg>
        <pc:picChg chg="add del mod modCrop">
          <ac:chgData name="Joan Borràs-Comes" userId="e83ca080-b58f-4b39-a8e9-ab96c766dc1d" providerId="ADAL" clId="{C7B9BAE6-3FC8-44F1-8263-9AFE2A7DEFD7}" dt="2026-03-28T12:36:55.783" v="612" actId="21"/>
          <ac:picMkLst>
            <pc:docMk/>
            <pc:sldMk cId="2742475196" sldId="277"/>
            <ac:picMk id="7" creationId="{C2C9DD7F-1956-4CAB-9341-6DDB3BAA60D9}"/>
          </ac:picMkLst>
        </pc:picChg>
        <pc:picChg chg="add del mod">
          <ac:chgData name="Joan Borràs-Comes" userId="e83ca080-b58f-4b39-a8e9-ab96c766dc1d" providerId="ADAL" clId="{C7B9BAE6-3FC8-44F1-8263-9AFE2A7DEFD7}" dt="2026-03-28T12:36:59.961" v="614"/>
          <ac:picMkLst>
            <pc:docMk/>
            <pc:sldMk cId="2742475196" sldId="277"/>
            <ac:picMk id="8" creationId="{688E52D1-8695-4A62-B428-F1484630EEF1}"/>
          </ac:picMkLst>
        </pc:picChg>
        <pc:picChg chg="add del mod">
          <ac:chgData name="Joan Borràs-Comes" userId="e83ca080-b58f-4b39-a8e9-ab96c766dc1d" providerId="ADAL" clId="{C7B9BAE6-3FC8-44F1-8263-9AFE2A7DEFD7}" dt="2026-03-28T12:36:59.961" v="614"/>
          <ac:picMkLst>
            <pc:docMk/>
            <pc:sldMk cId="2742475196" sldId="277"/>
            <ac:picMk id="9" creationId="{6C0A46C9-6C6A-49A4-9C46-05D6487BCD8F}"/>
          </ac:picMkLst>
        </pc:picChg>
        <pc:picChg chg="add mod">
          <ac:chgData name="Joan Borràs-Comes" userId="e83ca080-b58f-4b39-a8e9-ab96c766dc1d" providerId="ADAL" clId="{C7B9BAE6-3FC8-44F1-8263-9AFE2A7DEFD7}" dt="2026-03-28T12:37:05.948" v="616" actId="164"/>
          <ac:picMkLst>
            <pc:docMk/>
            <pc:sldMk cId="2742475196" sldId="277"/>
            <ac:picMk id="10" creationId="{5BB02A2D-1056-45CE-B41B-C4A7B0D6EF1C}"/>
          </ac:picMkLst>
        </pc:picChg>
        <pc:picChg chg="add mod">
          <ac:chgData name="Joan Borràs-Comes" userId="e83ca080-b58f-4b39-a8e9-ab96c766dc1d" providerId="ADAL" clId="{C7B9BAE6-3FC8-44F1-8263-9AFE2A7DEFD7}" dt="2026-03-28T12:37:05.948" v="616" actId="164"/>
          <ac:picMkLst>
            <pc:docMk/>
            <pc:sldMk cId="2742475196" sldId="277"/>
            <ac:picMk id="11" creationId="{830582DD-C4F6-45F3-84CA-03FFE3ECBE93}"/>
          </ac:picMkLst>
        </pc:picChg>
        <pc:picChg chg="mod">
          <ac:chgData name="Joan Borràs-Comes" userId="e83ca080-b58f-4b39-a8e9-ab96c766dc1d" providerId="ADAL" clId="{C7B9BAE6-3FC8-44F1-8263-9AFE2A7DEFD7}" dt="2026-03-28T12:37:08.385" v="618"/>
          <ac:picMkLst>
            <pc:docMk/>
            <pc:sldMk cId="2742475196" sldId="277"/>
            <ac:picMk id="14" creationId="{0B384C7D-193A-4069-9F4F-70FD15869A84}"/>
          </ac:picMkLst>
        </pc:picChg>
        <pc:picChg chg="mod">
          <ac:chgData name="Joan Borràs-Comes" userId="e83ca080-b58f-4b39-a8e9-ab96c766dc1d" providerId="ADAL" clId="{C7B9BAE6-3FC8-44F1-8263-9AFE2A7DEFD7}" dt="2026-03-28T12:37:08.385" v="618"/>
          <ac:picMkLst>
            <pc:docMk/>
            <pc:sldMk cId="2742475196" sldId="277"/>
            <ac:picMk id="15" creationId="{E77B2F44-C713-4331-B769-DA16CA8BE456}"/>
          </ac:picMkLst>
        </pc:picChg>
        <pc:picChg chg="del mod modCrop">
          <ac:chgData name="Joan Borràs-Comes" userId="e83ca080-b58f-4b39-a8e9-ab96c766dc1d" providerId="ADAL" clId="{C7B9BAE6-3FC8-44F1-8263-9AFE2A7DEFD7}" dt="2026-03-28T12:36:55.783" v="612" actId="21"/>
          <ac:picMkLst>
            <pc:docMk/>
            <pc:sldMk cId="2742475196" sldId="277"/>
            <ac:picMk id="17" creationId="{4F034EDC-E3CD-4CAB-BB0C-DD479C3200E6}"/>
          </ac:picMkLst>
        </pc:picChg>
      </pc:sldChg>
      <pc:sldChg chg="addSp modSp mod">
        <pc:chgData name="Joan Borràs-Comes" userId="e83ca080-b58f-4b39-a8e9-ab96c766dc1d" providerId="ADAL" clId="{C7B9BAE6-3FC8-44F1-8263-9AFE2A7DEFD7}" dt="2026-03-28T12:34:46.483" v="587" actId="571"/>
        <pc:sldMkLst>
          <pc:docMk/>
          <pc:sldMk cId="1942406594" sldId="279"/>
        </pc:sldMkLst>
        <pc:picChg chg="add mod">
          <ac:chgData name="Joan Borràs-Comes" userId="e83ca080-b58f-4b39-a8e9-ab96c766dc1d" providerId="ADAL" clId="{C7B9BAE6-3FC8-44F1-8263-9AFE2A7DEFD7}" dt="2026-03-28T12:34:46.483" v="587" actId="571"/>
          <ac:picMkLst>
            <pc:docMk/>
            <pc:sldMk cId="1942406594" sldId="279"/>
            <ac:picMk id="6" creationId="{F5E3330A-90E1-4166-BE27-458B90786420}"/>
          </ac:picMkLst>
        </pc:picChg>
        <pc:picChg chg="mod">
          <ac:chgData name="Joan Borràs-Comes" userId="e83ca080-b58f-4b39-a8e9-ab96c766dc1d" providerId="ADAL" clId="{C7B9BAE6-3FC8-44F1-8263-9AFE2A7DEFD7}" dt="2026-03-28T12:01:52.592" v="441" actId="1036"/>
          <ac:picMkLst>
            <pc:docMk/>
            <pc:sldMk cId="1942406594" sldId="279"/>
            <ac:picMk id="19" creationId="{731DA5B2-B80E-42B3-B4E0-CB34E2926AB7}"/>
          </ac:picMkLst>
        </pc:picChg>
      </pc:sldChg>
      <pc:sldChg chg="modSp mod">
        <pc:chgData name="Joan Borràs-Comes" userId="e83ca080-b58f-4b39-a8e9-ab96c766dc1d" providerId="ADAL" clId="{C7B9BAE6-3FC8-44F1-8263-9AFE2A7DEFD7}" dt="2026-03-28T12:05:14.945" v="456" actId="20577"/>
        <pc:sldMkLst>
          <pc:docMk/>
          <pc:sldMk cId="2808606086" sldId="281"/>
        </pc:sldMkLst>
        <pc:spChg chg="mod">
          <ac:chgData name="Joan Borràs-Comes" userId="e83ca080-b58f-4b39-a8e9-ab96c766dc1d" providerId="ADAL" clId="{C7B9BAE6-3FC8-44F1-8263-9AFE2A7DEFD7}" dt="2026-03-28T12:05:14.945" v="456" actId="20577"/>
          <ac:spMkLst>
            <pc:docMk/>
            <pc:sldMk cId="2808606086" sldId="281"/>
            <ac:spMk id="7" creationId="{67959C91-B7D4-4B00-ABE4-2313B0A4C39B}"/>
          </ac:spMkLst>
        </pc:spChg>
      </pc:sldChg>
      <pc:sldChg chg="modSp mod">
        <pc:chgData name="Joan Borràs-Comes" userId="e83ca080-b58f-4b39-a8e9-ab96c766dc1d" providerId="ADAL" clId="{C7B9BAE6-3FC8-44F1-8263-9AFE2A7DEFD7}" dt="2026-03-28T10:50:42.933" v="29" actId="27636"/>
        <pc:sldMkLst>
          <pc:docMk/>
          <pc:sldMk cId="197139638" sldId="282"/>
        </pc:sldMkLst>
        <pc:spChg chg="mod">
          <ac:chgData name="Joan Borràs-Comes" userId="e83ca080-b58f-4b39-a8e9-ab96c766dc1d" providerId="ADAL" clId="{C7B9BAE6-3FC8-44F1-8263-9AFE2A7DEFD7}" dt="2026-03-28T10:50:42.933" v="29" actId="27636"/>
          <ac:spMkLst>
            <pc:docMk/>
            <pc:sldMk cId="197139638" sldId="282"/>
            <ac:spMk id="3" creationId="{D0B1FC6C-CE2C-4B8C-B2D3-21DE63D43D7D}"/>
          </ac:spMkLst>
        </pc:spChg>
      </pc:sldChg>
      <pc:sldChg chg="addSp modSp mod">
        <pc:chgData name="Joan Borràs-Comes" userId="e83ca080-b58f-4b39-a8e9-ab96c766dc1d" providerId="ADAL" clId="{C7B9BAE6-3FC8-44F1-8263-9AFE2A7DEFD7}" dt="2026-03-28T12:35:33.611" v="596" actId="571"/>
        <pc:sldMkLst>
          <pc:docMk/>
          <pc:sldMk cId="548448291" sldId="284"/>
        </pc:sldMkLst>
        <pc:spChg chg="mod">
          <ac:chgData name="Joan Borràs-Comes" userId="e83ca080-b58f-4b39-a8e9-ab96c766dc1d" providerId="ADAL" clId="{C7B9BAE6-3FC8-44F1-8263-9AFE2A7DEFD7}" dt="2026-03-28T12:09:03.097" v="476" actId="20577"/>
          <ac:spMkLst>
            <pc:docMk/>
            <pc:sldMk cId="548448291" sldId="284"/>
            <ac:spMk id="3" creationId="{477B419B-1DAF-4C2A-9BEE-DC5E777249C7}"/>
          </ac:spMkLst>
        </pc:spChg>
        <pc:picChg chg="add mod">
          <ac:chgData name="Joan Borràs-Comes" userId="e83ca080-b58f-4b39-a8e9-ab96c766dc1d" providerId="ADAL" clId="{C7B9BAE6-3FC8-44F1-8263-9AFE2A7DEFD7}" dt="2026-03-28T12:35:33.611" v="596" actId="571"/>
          <ac:picMkLst>
            <pc:docMk/>
            <pc:sldMk cId="548448291" sldId="284"/>
            <ac:picMk id="5" creationId="{245A2D5A-C2F7-4901-9AF6-596C8265E844}"/>
          </ac:picMkLst>
        </pc:picChg>
      </pc:sldChg>
      <pc:sldChg chg="modSp mod">
        <pc:chgData name="Joan Borràs-Comes" userId="e83ca080-b58f-4b39-a8e9-ab96c766dc1d" providerId="ADAL" clId="{C7B9BAE6-3FC8-44F1-8263-9AFE2A7DEFD7}" dt="2026-03-28T11:10:40.100" v="193" actId="207"/>
        <pc:sldMkLst>
          <pc:docMk/>
          <pc:sldMk cId="2355902877" sldId="289"/>
        </pc:sldMkLst>
        <pc:spChg chg="mod">
          <ac:chgData name="Joan Borràs-Comes" userId="e83ca080-b58f-4b39-a8e9-ab96c766dc1d" providerId="ADAL" clId="{C7B9BAE6-3FC8-44F1-8263-9AFE2A7DEFD7}" dt="2026-03-28T10:59:58.105" v="55" actId="20577"/>
          <ac:spMkLst>
            <pc:docMk/>
            <pc:sldMk cId="2355902877" sldId="289"/>
            <ac:spMk id="2" creationId="{D23CD7BC-DC3B-4E20-AA82-4A1DF0124AAF}"/>
          </ac:spMkLst>
        </pc:spChg>
        <pc:spChg chg="mod">
          <ac:chgData name="Joan Borràs-Comes" userId="e83ca080-b58f-4b39-a8e9-ab96c766dc1d" providerId="ADAL" clId="{C7B9BAE6-3FC8-44F1-8263-9AFE2A7DEFD7}" dt="2026-03-28T11:10:40.100" v="193" actId="207"/>
          <ac:spMkLst>
            <pc:docMk/>
            <pc:sldMk cId="2355902877" sldId="289"/>
            <ac:spMk id="3" creationId="{5806F45F-E798-481E-A244-E8EA62CDB8AC}"/>
          </ac:spMkLst>
        </pc:spChg>
      </pc:sldChg>
      <pc:sldChg chg="modSp mod">
        <pc:chgData name="Joan Borràs-Comes" userId="e83ca080-b58f-4b39-a8e9-ab96c766dc1d" providerId="ADAL" clId="{C7B9BAE6-3FC8-44F1-8263-9AFE2A7DEFD7}" dt="2026-03-28T10:59:22.644" v="52" actId="27636"/>
        <pc:sldMkLst>
          <pc:docMk/>
          <pc:sldMk cId="447647784" sldId="290"/>
        </pc:sldMkLst>
        <pc:spChg chg="mod">
          <ac:chgData name="Joan Borràs-Comes" userId="e83ca080-b58f-4b39-a8e9-ab96c766dc1d" providerId="ADAL" clId="{C7B9BAE6-3FC8-44F1-8263-9AFE2A7DEFD7}" dt="2026-03-28T10:59:22.644" v="52" actId="27636"/>
          <ac:spMkLst>
            <pc:docMk/>
            <pc:sldMk cId="447647784" sldId="290"/>
            <ac:spMk id="3" creationId="{D3AC8F5C-93BF-46ED-9C60-0FE0B971E643}"/>
          </ac:spMkLst>
        </pc:spChg>
      </pc:sldChg>
      <pc:sldChg chg="modSp mod">
        <pc:chgData name="Joan Borràs-Comes" userId="e83ca080-b58f-4b39-a8e9-ab96c766dc1d" providerId="ADAL" clId="{C7B9BAE6-3FC8-44F1-8263-9AFE2A7DEFD7}" dt="2026-03-28T12:32:33.643" v="579" actId="20577"/>
        <pc:sldMkLst>
          <pc:docMk/>
          <pc:sldMk cId="2795182798" sldId="291"/>
        </pc:sldMkLst>
        <pc:spChg chg="mod">
          <ac:chgData name="Joan Borràs-Comes" userId="e83ca080-b58f-4b39-a8e9-ab96c766dc1d" providerId="ADAL" clId="{C7B9BAE6-3FC8-44F1-8263-9AFE2A7DEFD7}" dt="2026-03-28T12:32:33.643" v="579" actId="20577"/>
          <ac:spMkLst>
            <pc:docMk/>
            <pc:sldMk cId="2795182798" sldId="291"/>
            <ac:spMk id="3" creationId="{FFA72AE9-997F-4E80-B913-8080DDA61692}"/>
          </ac:spMkLst>
        </pc:spChg>
      </pc:sldChg>
      <pc:sldChg chg="modSp mod">
        <pc:chgData name="Joan Borràs-Comes" userId="e83ca080-b58f-4b39-a8e9-ab96c766dc1d" providerId="ADAL" clId="{C7B9BAE6-3FC8-44F1-8263-9AFE2A7DEFD7}" dt="2026-03-28T12:00:03.977" v="436" actId="20577"/>
        <pc:sldMkLst>
          <pc:docMk/>
          <pc:sldMk cId="1027845457" sldId="292"/>
        </pc:sldMkLst>
        <pc:spChg chg="mod">
          <ac:chgData name="Joan Borràs-Comes" userId="e83ca080-b58f-4b39-a8e9-ab96c766dc1d" providerId="ADAL" clId="{C7B9BAE6-3FC8-44F1-8263-9AFE2A7DEFD7}" dt="2026-03-28T12:00:03.977" v="436" actId="20577"/>
          <ac:spMkLst>
            <pc:docMk/>
            <pc:sldMk cId="1027845457" sldId="292"/>
            <ac:spMk id="3" creationId="{25E2A8F4-8C62-4408-ADE3-BC52A35D5427}"/>
          </ac:spMkLst>
        </pc:spChg>
      </pc:sldChg>
      <pc:sldChg chg="addSp modSp mod">
        <pc:chgData name="Joan Borràs-Comes" userId="e83ca080-b58f-4b39-a8e9-ab96c766dc1d" providerId="ADAL" clId="{C7B9BAE6-3FC8-44F1-8263-9AFE2A7DEFD7}" dt="2026-03-28T12:30:41.419" v="578" actId="2711"/>
        <pc:sldMkLst>
          <pc:docMk/>
          <pc:sldMk cId="29687855" sldId="293"/>
        </pc:sldMkLst>
        <pc:spChg chg="mod">
          <ac:chgData name="Joan Borràs-Comes" userId="e83ca080-b58f-4b39-a8e9-ab96c766dc1d" providerId="ADAL" clId="{C7B9BAE6-3FC8-44F1-8263-9AFE2A7DEFD7}" dt="2026-03-28T12:30:41.419" v="578" actId="2711"/>
          <ac:spMkLst>
            <pc:docMk/>
            <pc:sldMk cId="29687855" sldId="293"/>
            <ac:spMk id="3" creationId="{3F0F8F97-63C8-4322-B914-ED30FA93086B}"/>
          </ac:spMkLst>
        </pc:spChg>
        <pc:spChg chg="mod">
          <ac:chgData name="Joan Borràs-Comes" userId="e83ca080-b58f-4b39-a8e9-ab96c766dc1d" providerId="ADAL" clId="{C7B9BAE6-3FC8-44F1-8263-9AFE2A7DEFD7}" dt="2026-03-28T12:30:27.665" v="577" actId="1076"/>
          <ac:spMkLst>
            <pc:docMk/>
            <pc:sldMk cId="29687855" sldId="293"/>
            <ac:spMk id="4" creationId="{1A058912-7368-4EA1-AA81-D534758B3D47}"/>
          </ac:spMkLst>
        </pc:spChg>
        <pc:picChg chg="add mod ord modCrop">
          <ac:chgData name="Joan Borràs-Comes" userId="e83ca080-b58f-4b39-a8e9-ab96c766dc1d" providerId="ADAL" clId="{C7B9BAE6-3FC8-44F1-8263-9AFE2A7DEFD7}" dt="2026-03-28T12:30:16.519" v="572" actId="12789"/>
          <ac:picMkLst>
            <pc:docMk/>
            <pc:sldMk cId="29687855" sldId="293"/>
            <ac:picMk id="6" creationId="{FD2A47D2-64F3-4068-BB50-E46B6E1076EC}"/>
          </ac:picMkLst>
        </pc:picChg>
        <pc:picChg chg="add mod ord modCrop">
          <ac:chgData name="Joan Borràs-Comes" userId="e83ca080-b58f-4b39-a8e9-ab96c766dc1d" providerId="ADAL" clId="{C7B9BAE6-3FC8-44F1-8263-9AFE2A7DEFD7}" dt="2026-03-28T12:30:16.519" v="572" actId="12789"/>
          <ac:picMkLst>
            <pc:docMk/>
            <pc:sldMk cId="29687855" sldId="293"/>
            <ac:picMk id="9" creationId="{6D110C7F-9753-4F49-B0A3-ABBCAA28226D}"/>
          </ac:picMkLst>
        </pc:picChg>
        <pc:picChg chg="mod">
          <ac:chgData name="Joan Borràs-Comes" userId="e83ca080-b58f-4b39-a8e9-ab96c766dc1d" providerId="ADAL" clId="{C7B9BAE6-3FC8-44F1-8263-9AFE2A7DEFD7}" dt="2026-03-28T12:30:19.162" v="574" actId="1076"/>
          <ac:picMkLst>
            <pc:docMk/>
            <pc:sldMk cId="29687855" sldId="293"/>
            <ac:picMk id="12" creationId="{24958ACD-9466-4317-B303-AEE2FC6627E3}"/>
          </ac:picMkLst>
        </pc:picChg>
      </pc:sldChg>
      <pc:sldChg chg="modSp mod">
        <pc:chgData name="Joan Borràs-Comes" userId="e83ca080-b58f-4b39-a8e9-ab96c766dc1d" providerId="ADAL" clId="{C7B9BAE6-3FC8-44F1-8263-9AFE2A7DEFD7}" dt="2026-03-28T12:18:44.849" v="530" actId="20577"/>
        <pc:sldMkLst>
          <pc:docMk/>
          <pc:sldMk cId="3109286816" sldId="294"/>
        </pc:sldMkLst>
        <pc:spChg chg="mod">
          <ac:chgData name="Joan Borràs-Comes" userId="e83ca080-b58f-4b39-a8e9-ab96c766dc1d" providerId="ADAL" clId="{C7B9BAE6-3FC8-44F1-8263-9AFE2A7DEFD7}" dt="2026-03-28T12:18:44.849" v="530" actId="20577"/>
          <ac:spMkLst>
            <pc:docMk/>
            <pc:sldMk cId="3109286816" sldId="294"/>
            <ac:spMk id="3" creationId="{FB44C27D-7483-4D90-A252-14A1DF5CA758}"/>
          </ac:spMkLst>
        </pc:spChg>
      </pc:sldChg>
      <pc:sldChg chg="modSp mod">
        <pc:chgData name="Joan Borràs-Comes" userId="e83ca080-b58f-4b39-a8e9-ab96c766dc1d" providerId="ADAL" clId="{C7B9BAE6-3FC8-44F1-8263-9AFE2A7DEFD7}" dt="2026-03-28T10:50:42.950" v="30" actId="27636"/>
        <pc:sldMkLst>
          <pc:docMk/>
          <pc:sldMk cId="468453618" sldId="295"/>
        </pc:sldMkLst>
        <pc:spChg chg="mod">
          <ac:chgData name="Joan Borràs-Comes" userId="e83ca080-b58f-4b39-a8e9-ab96c766dc1d" providerId="ADAL" clId="{C7B9BAE6-3FC8-44F1-8263-9AFE2A7DEFD7}" dt="2026-03-28T10:50:42.950" v="30" actId="27636"/>
          <ac:spMkLst>
            <pc:docMk/>
            <pc:sldMk cId="468453618" sldId="295"/>
            <ac:spMk id="3" creationId="{3314D599-8FD3-4B54-B1D6-6EB33564188E}"/>
          </ac:spMkLst>
        </pc:spChg>
      </pc:sldChg>
      <pc:sldChg chg="modSp mod">
        <pc:chgData name="Joan Borràs-Comes" userId="e83ca080-b58f-4b39-a8e9-ab96c766dc1d" providerId="ADAL" clId="{C7B9BAE6-3FC8-44F1-8263-9AFE2A7DEFD7}" dt="2026-03-28T12:18:32.032" v="524" actId="27636"/>
        <pc:sldMkLst>
          <pc:docMk/>
          <pc:sldMk cId="1150036808" sldId="296"/>
        </pc:sldMkLst>
        <pc:spChg chg="mod">
          <ac:chgData name="Joan Borràs-Comes" userId="e83ca080-b58f-4b39-a8e9-ab96c766dc1d" providerId="ADAL" clId="{C7B9BAE6-3FC8-44F1-8263-9AFE2A7DEFD7}" dt="2026-03-28T12:18:32.032" v="524" actId="27636"/>
          <ac:spMkLst>
            <pc:docMk/>
            <pc:sldMk cId="1150036808" sldId="296"/>
            <ac:spMk id="3" creationId="{FB44C27D-7483-4D90-A252-14A1DF5CA758}"/>
          </ac:spMkLst>
        </pc:spChg>
      </pc:sldChg>
      <pc:sldChg chg="modSp mod">
        <pc:chgData name="Joan Borràs-Comes" userId="e83ca080-b58f-4b39-a8e9-ab96c766dc1d" providerId="ADAL" clId="{C7B9BAE6-3FC8-44F1-8263-9AFE2A7DEFD7}" dt="2026-03-28T12:20:34.988" v="537" actId="20577"/>
        <pc:sldMkLst>
          <pc:docMk/>
          <pc:sldMk cId="1855396143" sldId="297"/>
        </pc:sldMkLst>
        <pc:spChg chg="mod">
          <ac:chgData name="Joan Borràs-Comes" userId="e83ca080-b58f-4b39-a8e9-ab96c766dc1d" providerId="ADAL" clId="{C7B9BAE6-3FC8-44F1-8263-9AFE2A7DEFD7}" dt="2026-03-28T12:20:34.988" v="537" actId="20577"/>
          <ac:spMkLst>
            <pc:docMk/>
            <pc:sldMk cId="1855396143" sldId="297"/>
            <ac:spMk id="3" creationId="{FB44C27D-7483-4D90-A252-14A1DF5CA758}"/>
          </ac:spMkLst>
        </pc:spChg>
      </pc:sldChg>
      <pc:sldChg chg="addSp modSp mod">
        <pc:chgData name="Joan Borràs-Comes" userId="e83ca080-b58f-4b39-a8e9-ab96c766dc1d" providerId="ADAL" clId="{C7B9BAE6-3FC8-44F1-8263-9AFE2A7DEFD7}" dt="2026-03-28T12:21:22.721" v="542" actId="14100"/>
        <pc:sldMkLst>
          <pc:docMk/>
          <pc:sldMk cId="1596207886" sldId="299"/>
        </pc:sldMkLst>
        <pc:graphicFrameChg chg="add mod modGraphic">
          <ac:chgData name="Joan Borràs-Comes" userId="e83ca080-b58f-4b39-a8e9-ab96c766dc1d" providerId="ADAL" clId="{C7B9BAE6-3FC8-44F1-8263-9AFE2A7DEFD7}" dt="2026-03-28T12:21:22.721" v="542" actId="14100"/>
          <ac:graphicFrameMkLst>
            <pc:docMk/>
            <pc:sldMk cId="1596207886" sldId="299"/>
            <ac:graphicFrameMk id="7" creationId="{E524DD65-598A-43E4-A298-0B6302E7187A}"/>
          </ac:graphicFrameMkLst>
        </pc:graphicFrameChg>
        <pc:graphicFrameChg chg="add mod modGraphic">
          <ac:chgData name="Joan Borràs-Comes" userId="e83ca080-b58f-4b39-a8e9-ab96c766dc1d" providerId="ADAL" clId="{C7B9BAE6-3FC8-44F1-8263-9AFE2A7DEFD7}" dt="2026-03-28T12:21:22.721" v="542" actId="14100"/>
          <ac:graphicFrameMkLst>
            <pc:docMk/>
            <pc:sldMk cId="1596207886" sldId="299"/>
            <ac:graphicFrameMk id="11" creationId="{481DA71E-645F-4684-884A-AE6B61B38ED5}"/>
          </ac:graphicFrameMkLst>
        </pc:graphicFrameChg>
      </pc:sldChg>
      <pc:sldChg chg="modSp mod">
        <pc:chgData name="Joan Borràs-Comes" userId="e83ca080-b58f-4b39-a8e9-ab96c766dc1d" providerId="ADAL" clId="{C7B9BAE6-3FC8-44F1-8263-9AFE2A7DEFD7}" dt="2026-03-28T11:12:00.881" v="194" actId="207"/>
        <pc:sldMkLst>
          <pc:docMk/>
          <pc:sldMk cId="263534891" sldId="300"/>
        </pc:sldMkLst>
        <pc:graphicFrameChg chg="mod modGraphic">
          <ac:chgData name="Joan Borràs-Comes" userId="e83ca080-b58f-4b39-a8e9-ab96c766dc1d" providerId="ADAL" clId="{C7B9BAE6-3FC8-44F1-8263-9AFE2A7DEFD7}" dt="2026-03-28T11:12:00.881" v="194" actId="207"/>
          <ac:graphicFrameMkLst>
            <pc:docMk/>
            <pc:sldMk cId="263534891" sldId="300"/>
            <ac:graphicFrameMk id="4" creationId="{207E2D26-0222-44F6-BDD3-339EE546B65E}"/>
          </ac:graphicFrameMkLst>
        </pc:graphicFrameChg>
      </pc:sldChg>
      <pc:sldChg chg="modSp del mod">
        <pc:chgData name="Joan Borràs-Comes" userId="e83ca080-b58f-4b39-a8e9-ab96c766dc1d" providerId="ADAL" clId="{C7B9BAE6-3FC8-44F1-8263-9AFE2A7DEFD7}" dt="2026-03-28T11:14:51.292" v="220" actId="47"/>
        <pc:sldMkLst>
          <pc:docMk/>
          <pc:sldMk cId="1450893356" sldId="301"/>
        </pc:sldMkLst>
        <pc:spChg chg="mod">
          <ac:chgData name="Joan Borràs-Comes" userId="e83ca080-b58f-4b39-a8e9-ab96c766dc1d" providerId="ADAL" clId="{C7B9BAE6-3FC8-44F1-8263-9AFE2A7DEFD7}" dt="2026-03-28T10:40:49.328" v="18" actId="27636"/>
          <ac:spMkLst>
            <pc:docMk/>
            <pc:sldMk cId="1450893356" sldId="301"/>
            <ac:spMk id="2" creationId="{939FBF99-E992-4905-BAD7-E50AB6846780}"/>
          </ac:spMkLst>
        </pc:spChg>
        <pc:spChg chg="mod">
          <ac:chgData name="Joan Borràs-Comes" userId="e83ca080-b58f-4b39-a8e9-ab96c766dc1d" providerId="ADAL" clId="{C7B9BAE6-3FC8-44F1-8263-9AFE2A7DEFD7}" dt="2026-03-28T11:14:43.426" v="214" actId="21"/>
          <ac:spMkLst>
            <pc:docMk/>
            <pc:sldMk cId="1450893356" sldId="301"/>
            <ac:spMk id="3" creationId="{365DF453-E8AE-496F-B76E-7E3E6543B397}"/>
          </ac:spMkLst>
        </pc:spChg>
      </pc:sldChg>
      <pc:sldChg chg="add">
        <pc:chgData name="Joan Borràs-Comes" userId="e83ca080-b58f-4b39-a8e9-ab96c766dc1d" providerId="ADAL" clId="{C7B9BAE6-3FC8-44F1-8263-9AFE2A7DEFD7}" dt="2026-03-28T12:34:23.532" v="583"/>
        <pc:sldMkLst>
          <pc:docMk/>
          <pc:sldMk cId="1593221529" sldId="301"/>
        </pc:sldMkLst>
      </pc:sldChg>
      <pc:sldChg chg="addSp delSp modSp add mod">
        <pc:chgData name="Joan Borràs-Comes" userId="e83ca080-b58f-4b39-a8e9-ab96c766dc1d" providerId="ADAL" clId="{C7B9BAE6-3FC8-44F1-8263-9AFE2A7DEFD7}" dt="2026-03-28T12:40:18.043" v="666" actId="1076"/>
        <pc:sldMkLst>
          <pc:docMk/>
          <pc:sldMk cId="396160700" sldId="302"/>
        </pc:sldMkLst>
        <pc:spChg chg="del">
          <ac:chgData name="Joan Borràs-Comes" userId="e83ca080-b58f-4b39-a8e9-ab96c766dc1d" providerId="ADAL" clId="{C7B9BAE6-3FC8-44F1-8263-9AFE2A7DEFD7}" dt="2026-03-28T12:34:53.760" v="589" actId="478"/>
          <ac:spMkLst>
            <pc:docMk/>
            <pc:sldMk cId="396160700" sldId="302"/>
            <ac:spMk id="3" creationId="{3FFC21D5-293F-4509-AAD8-C26E0DF40A41}"/>
          </ac:spMkLst>
        </pc:spChg>
        <pc:spChg chg="add del mod">
          <ac:chgData name="Joan Borràs-Comes" userId="e83ca080-b58f-4b39-a8e9-ab96c766dc1d" providerId="ADAL" clId="{C7B9BAE6-3FC8-44F1-8263-9AFE2A7DEFD7}" dt="2026-03-28T12:37:22.856" v="621" actId="478"/>
          <ac:spMkLst>
            <pc:docMk/>
            <pc:sldMk cId="396160700" sldId="302"/>
            <ac:spMk id="5" creationId="{F081BFFC-EECE-47A3-BB04-28C577155A98}"/>
          </ac:spMkLst>
        </pc:spChg>
        <pc:grpChg chg="add mod">
          <ac:chgData name="Joan Borràs-Comes" userId="e83ca080-b58f-4b39-a8e9-ab96c766dc1d" providerId="ADAL" clId="{C7B9BAE6-3FC8-44F1-8263-9AFE2A7DEFD7}" dt="2026-03-28T12:40:18.043" v="666" actId="1076"/>
          <ac:grpSpMkLst>
            <pc:docMk/>
            <pc:sldMk cId="396160700" sldId="302"/>
            <ac:grpSpMk id="6" creationId="{2ACC16B0-689B-4702-BED1-FB749900DB86}"/>
          </ac:grpSpMkLst>
        </pc:grpChg>
        <pc:picChg chg="add mod modCrop">
          <ac:chgData name="Joan Borràs-Comes" userId="e83ca080-b58f-4b39-a8e9-ab96c766dc1d" providerId="ADAL" clId="{C7B9BAE6-3FC8-44F1-8263-9AFE2A7DEFD7}" dt="2026-03-28T12:37:27.092" v="622" actId="164"/>
          <ac:picMkLst>
            <pc:docMk/>
            <pc:sldMk cId="396160700" sldId="302"/>
            <ac:picMk id="8" creationId="{A65B8E08-FCFE-45B4-A40E-5AEEB6DB7104}"/>
          </ac:picMkLst>
        </pc:picChg>
        <pc:picChg chg="mod modCrop">
          <ac:chgData name="Joan Borràs-Comes" userId="e83ca080-b58f-4b39-a8e9-ab96c766dc1d" providerId="ADAL" clId="{C7B9BAE6-3FC8-44F1-8263-9AFE2A7DEFD7}" dt="2026-03-28T12:37:27.092" v="622" actId="164"/>
          <ac:picMkLst>
            <pc:docMk/>
            <pc:sldMk cId="396160700" sldId="302"/>
            <ac:picMk id="13" creationId="{CE294AB5-AA85-4E2A-92C9-92DE0367CE6F}"/>
          </ac:picMkLst>
        </pc:picChg>
        <pc:picChg chg="del">
          <ac:chgData name="Joan Borràs-Comes" userId="e83ca080-b58f-4b39-a8e9-ab96c766dc1d" providerId="ADAL" clId="{C7B9BAE6-3FC8-44F1-8263-9AFE2A7DEFD7}" dt="2026-03-28T12:35:13.148" v="591" actId="478"/>
          <ac:picMkLst>
            <pc:docMk/>
            <pc:sldMk cId="396160700" sldId="302"/>
            <ac:picMk id="19" creationId="{731DA5B2-B80E-42B3-B4E0-CB34E2926AB7}"/>
          </ac:picMkLst>
        </pc:picChg>
      </pc:sldChg>
      <pc:sldChg chg="addSp delSp modSp add mod">
        <pc:chgData name="Joan Borràs-Comes" userId="e83ca080-b58f-4b39-a8e9-ab96c766dc1d" providerId="ADAL" clId="{C7B9BAE6-3FC8-44F1-8263-9AFE2A7DEFD7}" dt="2026-03-28T12:40:23.979" v="667" actId="1076"/>
        <pc:sldMkLst>
          <pc:docMk/>
          <pc:sldMk cId="2830456223" sldId="303"/>
        </pc:sldMkLst>
        <pc:spChg chg="del">
          <ac:chgData name="Joan Borràs-Comes" userId="e83ca080-b58f-4b39-a8e9-ab96c766dc1d" providerId="ADAL" clId="{C7B9BAE6-3FC8-44F1-8263-9AFE2A7DEFD7}" dt="2026-03-28T12:35:23.047" v="593" actId="478"/>
          <ac:spMkLst>
            <pc:docMk/>
            <pc:sldMk cId="2830456223" sldId="303"/>
            <ac:spMk id="3" creationId="{D0B1FC6C-CE2C-4B8C-B2D3-21DE63D43D7D}"/>
          </ac:spMkLst>
        </pc:spChg>
        <pc:spChg chg="add del mod">
          <ac:chgData name="Joan Borràs-Comes" userId="e83ca080-b58f-4b39-a8e9-ab96c766dc1d" providerId="ADAL" clId="{C7B9BAE6-3FC8-44F1-8263-9AFE2A7DEFD7}" dt="2026-03-28T12:37:30.802" v="623" actId="478"/>
          <ac:spMkLst>
            <pc:docMk/>
            <pc:sldMk cId="2830456223" sldId="303"/>
            <ac:spMk id="6" creationId="{54F47CF2-B0CD-4495-A394-28BA1242CAE6}"/>
          </ac:spMkLst>
        </pc:spChg>
        <pc:grpChg chg="add mod">
          <ac:chgData name="Joan Borràs-Comes" userId="e83ca080-b58f-4b39-a8e9-ab96c766dc1d" providerId="ADAL" clId="{C7B9BAE6-3FC8-44F1-8263-9AFE2A7DEFD7}" dt="2026-03-28T12:40:23.979" v="667" actId="1076"/>
          <ac:grpSpMkLst>
            <pc:docMk/>
            <pc:sldMk cId="2830456223" sldId="303"/>
            <ac:grpSpMk id="8" creationId="{6AA044E0-C8A7-4044-BEE5-4067C7345599}"/>
          </ac:grpSpMkLst>
        </pc:grpChg>
        <pc:picChg chg="mod modCrop">
          <ac:chgData name="Joan Borràs-Comes" userId="e83ca080-b58f-4b39-a8e9-ab96c766dc1d" providerId="ADAL" clId="{C7B9BAE6-3FC8-44F1-8263-9AFE2A7DEFD7}" dt="2026-03-28T12:37:33.674" v="624" actId="164"/>
          <ac:picMkLst>
            <pc:docMk/>
            <pc:sldMk cId="2830456223" sldId="303"/>
            <ac:picMk id="5" creationId="{121EEEC8-1D48-4666-9C9B-E239A710F187}"/>
          </ac:picMkLst>
        </pc:picChg>
        <pc:picChg chg="add mod modCrop">
          <ac:chgData name="Joan Borràs-Comes" userId="e83ca080-b58f-4b39-a8e9-ab96c766dc1d" providerId="ADAL" clId="{C7B9BAE6-3FC8-44F1-8263-9AFE2A7DEFD7}" dt="2026-03-28T12:37:33.674" v="624" actId="164"/>
          <ac:picMkLst>
            <pc:docMk/>
            <pc:sldMk cId="2830456223" sldId="303"/>
            <ac:picMk id="7" creationId="{138E09A1-1716-4233-A73A-24517004C247}"/>
          </ac:picMkLst>
        </pc:picChg>
      </pc:sldChg>
      <pc:sldChg chg="addSp delSp modSp add mod">
        <pc:chgData name="Joan Borràs-Comes" userId="e83ca080-b58f-4b39-a8e9-ab96c766dc1d" providerId="ADAL" clId="{C7B9BAE6-3FC8-44F1-8263-9AFE2A7DEFD7}" dt="2026-03-28T12:40:27.305" v="668" actId="1076"/>
        <pc:sldMkLst>
          <pc:docMk/>
          <pc:sldMk cId="1210576221" sldId="304"/>
        </pc:sldMkLst>
        <pc:spChg chg="mod">
          <ac:chgData name="Joan Borràs-Comes" userId="e83ca080-b58f-4b39-a8e9-ab96c766dc1d" providerId="ADAL" clId="{C7B9BAE6-3FC8-44F1-8263-9AFE2A7DEFD7}" dt="2026-03-28T12:38:04.710" v="632"/>
          <ac:spMkLst>
            <pc:docMk/>
            <pc:sldMk cId="1210576221" sldId="304"/>
            <ac:spMk id="2" creationId="{BD3F1198-A72D-4B2F-9816-C24EE9360B5F}"/>
          </ac:spMkLst>
        </pc:spChg>
        <pc:spChg chg="del">
          <ac:chgData name="Joan Borràs-Comes" userId="e83ca080-b58f-4b39-a8e9-ab96c766dc1d" providerId="ADAL" clId="{C7B9BAE6-3FC8-44F1-8263-9AFE2A7DEFD7}" dt="2026-03-28T12:35:39.486" v="598" actId="478"/>
          <ac:spMkLst>
            <pc:docMk/>
            <pc:sldMk cId="1210576221" sldId="304"/>
            <ac:spMk id="3" creationId="{477B419B-1DAF-4C2A-9BEE-DC5E777249C7}"/>
          </ac:spMkLst>
        </pc:spChg>
        <pc:spChg chg="add del mod">
          <ac:chgData name="Joan Borràs-Comes" userId="e83ca080-b58f-4b39-a8e9-ab96c766dc1d" providerId="ADAL" clId="{C7B9BAE6-3FC8-44F1-8263-9AFE2A7DEFD7}" dt="2026-03-28T12:37:37.810" v="625" actId="478"/>
          <ac:spMkLst>
            <pc:docMk/>
            <pc:sldMk cId="1210576221" sldId="304"/>
            <ac:spMk id="5" creationId="{799E94D1-5AFC-4958-A642-EF76B1D6EAA6}"/>
          </ac:spMkLst>
        </pc:spChg>
        <pc:grpChg chg="add mod">
          <ac:chgData name="Joan Borràs-Comes" userId="e83ca080-b58f-4b39-a8e9-ab96c766dc1d" providerId="ADAL" clId="{C7B9BAE6-3FC8-44F1-8263-9AFE2A7DEFD7}" dt="2026-03-28T12:40:27.305" v="668" actId="1076"/>
          <ac:grpSpMkLst>
            <pc:docMk/>
            <pc:sldMk cId="1210576221" sldId="304"/>
            <ac:grpSpMk id="6" creationId="{C80D3625-E72D-48CA-B9B6-721E8E35BA67}"/>
          </ac:grpSpMkLst>
        </pc:grpChg>
        <pc:picChg chg="mod modCrop">
          <ac:chgData name="Joan Borràs-Comes" userId="e83ca080-b58f-4b39-a8e9-ab96c766dc1d" providerId="ADAL" clId="{C7B9BAE6-3FC8-44F1-8263-9AFE2A7DEFD7}" dt="2026-03-28T12:37:40.583" v="626" actId="164"/>
          <ac:picMkLst>
            <pc:docMk/>
            <pc:sldMk cId="1210576221" sldId="304"/>
            <ac:picMk id="7" creationId="{E1B356C6-39AE-4905-B424-30BC4E129A03}"/>
          </ac:picMkLst>
        </pc:picChg>
        <pc:picChg chg="add mod modCrop">
          <ac:chgData name="Joan Borràs-Comes" userId="e83ca080-b58f-4b39-a8e9-ab96c766dc1d" providerId="ADAL" clId="{C7B9BAE6-3FC8-44F1-8263-9AFE2A7DEFD7}" dt="2026-03-28T12:37:40.583" v="626" actId="164"/>
          <ac:picMkLst>
            <pc:docMk/>
            <pc:sldMk cId="1210576221" sldId="304"/>
            <ac:picMk id="8" creationId="{FE8E1A91-E62A-4D4A-9CA3-C14B7F9F9551}"/>
          </ac:picMkLst>
        </pc:picChg>
      </pc:sldChg>
      <pc:sldMasterChg chg="modSldLayout">
        <pc:chgData name="Joan Borràs-Comes" userId="e83ca080-b58f-4b39-a8e9-ab96c766dc1d" providerId="ADAL" clId="{C7B9BAE6-3FC8-44F1-8263-9AFE2A7DEFD7}" dt="2026-03-28T12:33:02.485" v="580"/>
        <pc:sldMasterMkLst>
          <pc:docMk/>
          <pc:sldMasterMk cId="1860885516" sldId="2147483648"/>
        </pc:sldMasterMkLst>
        <pc:sldLayoutChg chg="setBg">
          <pc:chgData name="Joan Borràs-Comes" userId="e83ca080-b58f-4b39-a8e9-ab96c766dc1d" providerId="ADAL" clId="{C7B9BAE6-3FC8-44F1-8263-9AFE2A7DEFD7}" dt="2026-03-28T12:33:02.485" v="580"/>
          <pc:sldLayoutMkLst>
            <pc:docMk/>
            <pc:sldMasterMk cId="1860885516" sldId="2147483648"/>
            <pc:sldLayoutMk cId="1978206664" sldId="2147483649"/>
          </pc:sldLayoutMkLst>
        </pc:sldLayoutChg>
      </pc:sldMasterChg>
    </pc:docChg>
  </pc:docChgLst>
  <pc:docChgLst>
    <pc:chgData name="Joan Manel" userId="e83ca080-b58f-4b39-a8e9-ab96c766dc1d" providerId="ADAL" clId="{23D38263-0DF7-4FF7-AADB-2D4F6B66A163}"/>
    <pc:docChg chg="undo redo custSel addSld delSld modSld sldOrd">
      <pc:chgData name="Joan Manel" userId="e83ca080-b58f-4b39-a8e9-ab96c766dc1d" providerId="ADAL" clId="{23D38263-0DF7-4FF7-AADB-2D4F6B66A163}" dt="2026-03-13T12:48:52.376" v="1321" actId="207"/>
      <pc:docMkLst>
        <pc:docMk/>
      </pc:docMkLst>
      <pc:sldChg chg="addSp delSp modSp mod">
        <pc:chgData name="Joan Manel" userId="e83ca080-b58f-4b39-a8e9-ab96c766dc1d" providerId="ADAL" clId="{23D38263-0DF7-4FF7-AADB-2D4F6B66A163}" dt="2026-03-13T11:17:30.735" v="122" actId="478"/>
        <pc:sldMkLst>
          <pc:docMk/>
          <pc:sldMk cId="2742475196" sldId="277"/>
        </pc:sldMkLst>
        <pc:spChg chg="add del mod ord">
          <ac:chgData name="Joan Manel" userId="e83ca080-b58f-4b39-a8e9-ab96c766dc1d" providerId="ADAL" clId="{23D38263-0DF7-4FF7-AADB-2D4F6B66A163}" dt="2026-03-13T11:17:30.735" v="122" actId="478"/>
          <ac:spMkLst>
            <pc:docMk/>
            <pc:sldMk cId="2742475196" sldId="277"/>
            <ac:spMk id="6" creationId="{21DA45BD-9AA6-4D34-997D-F30352C6C9BA}"/>
          </ac:spMkLst>
        </pc:spChg>
        <pc:picChg chg="add del mod ord">
          <ac:chgData name="Joan Manel" userId="e83ca080-b58f-4b39-a8e9-ab96c766dc1d" providerId="ADAL" clId="{23D38263-0DF7-4FF7-AADB-2D4F6B66A163}" dt="2026-03-13T11:17:29.270" v="121" actId="478"/>
          <ac:picMkLst>
            <pc:docMk/>
            <pc:sldMk cId="2742475196" sldId="277"/>
            <ac:picMk id="5" creationId="{1431F081-CDD1-4693-87F0-EAF5398C2EF1}"/>
          </ac:picMkLst>
        </pc:picChg>
      </pc:sldChg>
      <pc:sldChg chg="addSp delSp modSp mod chgLayout">
        <pc:chgData name="Joan Manel" userId="e83ca080-b58f-4b39-a8e9-ab96c766dc1d" providerId="ADAL" clId="{23D38263-0DF7-4FF7-AADB-2D4F6B66A163}" dt="2026-03-13T11:13:40.852" v="59" actId="20577"/>
        <pc:sldMkLst>
          <pc:docMk/>
          <pc:sldMk cId="771277592" sldId="278"/>
        </pc:sldMkLst>
        <pc:spChg chg="mod ord">
          <ac:chgData name="Joan Manel" userId="e83ca080-b58f-4b39-a8e9-ab96c766dc1d" providerId="ADAL" clId="{23D38263-0DF7-4FF7-AADB-2D4F6B66A163}" dt="2026-03-13T11:13:38.736" v="56" actId="6264"/>
          <ac:spMkLst>
            <pc:docMk/>
            <pc:sldMk cId="771277592" sldId="278"/>
            <ac:spMk id="2" creationId="{31168BC6-5A27-4F8D-A15A-5FF31DA1053B}"/>
          </ac:spMkLst>
        </pc:spChg>
        <pc:spChg chg="del mod">
          <ac:chgData name="Joan Manel" userId="e83ca080-b58f-4b39-a8e9-ab96c766dc1d" providerId="ADAL" clId="{23D38263-0DF7-4FF7-AADB-2D4F6B66A163}" dt="2026-03-13T11:13:38.736" v="56" actId="6264"/>
          <ac:spMkLst>
            <pc:docMk/>
            <pc:sldMk cId="771277592" sldId="278"/>
            <ac:spMk id="3" creationId="{7C17D8A6-B10E-4960-961E-88E2BE18A960}"/>
          </ac:spMkLst>
        </pc:spChg>
        <pc:spChg chg="del">
          <ac:chgData name="Joan Manel" userId="e83ca080-b58f-4b39-a8e9-ab96c766dc1d" providerId="ADAL" clId="{23D38263-0DF7-4FF7-AADB-2D4F6B66A163}" dt="2026-03-13T11:12:43.183" v="45" actId="478"/>
          <ac:spMkLst>
            <pc:docMk/>
            <pc:sldMk cId="771277592" sldId="278"/>
            <ac:spMk id="5" creationId="{21D6F3FC-8EAB-433D-8BDA-DF27347A5856}"/>
          </ac:spMkLst>
        </pc:spChg>
        <pc:spChg chg="add del mod">
          <ac:chgData name="Joan Manel" userId="e83ca080-b58f-4b39-a8e9-ab96c766dc1d" providerId="ADAL" clId="{23D38263-0DF7-4FF7-AADB-2D4F6B66A163}" dt="2026-03-13T11:13:38.736" v="56" actId="6264"/>
          <ac:spMkLst>
            <pc:docMk/>
            <pc:sldMk cId="771277592" sldId="278"/>
            <ac:spMk id="6" creationId="{AFFF1B63-57A1-4C52-A041-70732274B104}"/>
          </ac:spMkLst>
        </pc:spChg>
        <pc:spChg chg="add mod ord">
          <ac:chgData name="Joan Manel" userId="e83ca080-b58f-4b39-a8e9-ab96c766dc1d" providerId="ADAL" clId="{23D38263-0DF7-4FF7-AADB-2D4F6B66A163}" dt="2026-03-13T11:13:40.852" v="59" actId="20577"/>
          <ac:spMkLst>
            <pc:docMk/>
            <pc:sldMk cId="771277592" sldId="278"/>
            <ac:spMk id="7" creationId="{CF6BB102-6717-49FC-B178-8249081F4C1E}"/>
          </ac:spMkLst>
        </pc:spChg>
        <pc:picChg chg="del">
          <ac:chgData name="Joan Manel" userId="e83ca080-b58f-4b39-a8e9-ab96c766dc1d" providerId="ADAL" clId="{23D38263-0DF7-4FF7-AADB-2D4F6B66A163}" dt="2026-03-13T11:12:41.735" v="44" actId="478"/>
          <ac:picMkLst>
            <pc:docMk/>
            <pc:sldMk cId="771277592" sldId="278"/>
            <ac:picMk id="4" creationId="{0A0DDAED-9D3D-4C18-BCD2-ADA025A58030}"/>
          </ac:picMkLst>
        </pc:picChg>
      </pc:sldChg>
      <pc:sldChg chg="addSp delSp modSp mod">
        <pc:chgData name="Joan Manel" userId="e83ca080-b58f-4b39-a8e9-ab96c766dc1d" providerId="ADAL" clId="{23D38263-0DF7-4FF7-AADB-2D4F6B66A163}" dt="2026-03-13T11:17:15.367" v="114" actId="478"/>
        <pc:sldMkLst>
          <pc:docMk/>
          <pc:sldMk cId="1942406594" sldId="279"/>
        </pc:sldMkLst>
        <pc:spChg chg="mod">
          <ac:chgData name="Joan Manel" userId="e83ca080-b58f-4b39-a8e9-ab96c766dc1d" providerId="ADAL" clId="{23D38263-0DF7-4FF7-AADB-2D4F6B66A163}" dt="2026-03-13T08:55:23.656" v="28"/>
          <ac:spMkLst>
            <pc:docMk/>
            <pc:sldMk cId="1942406594" sldId="279"/>
            <ac:spMk id="3" creationId="{3FFC21D5-293F-4509-AAD8-C26E0DF40A41}"/>
          </ac:spMkLst>
        </pc:spChg>
        <pc:spChg chg="add del mod ord">
          <ac:chgData name="Joan Manel" userId="e83ca080-b58f-4b39-a8e9-ab96c766dc1d" providerId="ADAL" clId="{23D38263-0DF7-4FF7-AADB-2D4F6B66A163}" dt="2026-03-13T11:17:15.367" v="114" actId="478"/>
          <ac:spMkLst>
            <pc:docMk/>
            <pc:sldMk cId="1942406594" sldId="279"/>
            <ac:spMk id="7" creationId="{7B1ED973-A164-4D4B-81AA-1F10D0565F7F}"/>
          </ac:spMkLst>
        </pc:spChg>
        <pc:picChg chg="add del mod ord">
          <ac:chgData name="Joan Manel" userId="e83ca080-b58f-4b39-a8e9-ab96c766dc1d" providerId="ADAL" clId="{23D38263-0DF7-4FF7-AADB-2D4F6B66A163}" dt="2026-03-13T11:17:14.453" v="113" actId="478"/>
          <ac:picMkLst>
            <pc:docMk/>
            <pc:sldMk cId="1942406594" sldId="279"/>
            <ac:picMk id="6" creationId="{9CCA48AC-F3C7-426B-B1DD-DCD28C7095EF}"/>
          </ac:picMkLst>
        </pc:picChg>
        <pc:picChg chg="mod">
          <ac:chgData name="Joan Manel" userId="e83ca080-b58f-4b39-a8e9-ab96c766dc1d" providerId="ADAL" clId="{23D38263-0DF7-4FF7-AADB-2D4F6B66A163}" dt="2026-03-13T08:55:26.761" v="29" actId="1076"/>
          <ac:picMkLst>
            <pc:docMk/>
            <pc:sldMk cId="1942406594" sldId="279"/>
            <ac:picMk id="19" creationId="{731DA5B2-B80E-42B3-B4E0-CB34E2926AB7}"/>
          </ac:picMkLst>
        </pc:picChg>
      </pc:sldChg>
      <pc:sldChg chg="addSp delSp modSp mod chgLayout">
        <pc:chgData name="Joan Manel" userId="e83ca080-b58f-4b39-a8e9-ab96c766dc1d" providerId="ADAL" clId="{23D38263-0DF7-4FF7-AADB-2D4F6B66A163}" dt="2026-03-13T11:13:48.769" v="66" actId="20577"/>
        <pc:sldMkLst>
          <pc:docMk/>
          <pc:sldMk cId="2808606086" sldId="281"/>
        </pc:sldMkLst>
        <pc:spChg chg="mod ord">
          <ac:chgData name="Joan Manel" userId="e83ca080-b58f-4b39-a8e9-ab96c766dc1d" providerId="ADAL" clId="{23D38263-0DF7-4FF7-AADB-2D4F6B66A163}" dt="2026-03-13T11:13:46.516" v="62" actId="6264"/>
          <ac:spMkLst>
            <pc:docMk/>
            <pc:sldMk cId="2808606086" sldId="281"/>
            <ac:spMk id="2" creationId="{7FF94370-2D88-4D82-8EF3-EF70C2C34DAC}"/>
          </ac:spMkLst>
        </pc:spChg>
        <pc:spChg chg="del mod">
          <ac:chgData name="Joan Manel" userId="e83ca080-b58f-4b39-a8e9-ab96c766dc1d" providerId="ADAL" clId="{23D38263-0DF7-4FF7-AADB-2D4F6B66A163}" dt="2026-03-13T11:13:46.516" v="62" actId="6264"/>
          <ac:spMkLst>
            <pc:docMk/>
            <pc:sldMk cId="2808606086" sldId="281"/>
            <ac:spMk id="3" creationId="{10315E39-A8F4-4FE2-AA37-6F15CF364604}"/>
          </ac:spMkLst>
        </pc:spChg>
        <pc:spChg chg="del">
          <ac:chgData name="Joan Manel" userId="e83ca080-b58f-4b39-a8e9-ab96c766dc1d" providerId="ADAL" clId="{23D38263-0DF7-4FF7-AADB-2D4F6B66A163}" dt="2026-03-13T11:12:52.406" v="46" actId="21"/>
          <ac:spMkLst>
            <pc:docMk/>
            <pc:sldMk cId="2808606086" sldId="281"/>
            <ac:spMk id="5" creationId="{2755F0B6-CE74-4CC8-8B36-2B7390754185}"/>
          </ac:spMkLst>
        </pc:spChg>
        <pc:spChg chg="add del mod">
          <ac:chgData name="Joan Manel" userId="e83ca080-b58f-4b39-a8e9-ab96c766dc1d" providerId="ADAL" clId="{23D38263-0DF7-4FF7-AADB-2D4F6B66A163}" dt="2026-03-13T11:13:46.516" v="62" actId="6264"/>
          <ac:spMkLst>
            <pc:docMk/>
            <pc:sldMk cId="2808606086" sldId="281"/>
            <ac:spMk id="6" creationId="{4BA0508C-98B1-4BA3-AFB2-79828A449338}"/>
          </ac:spMkLst>
        </pc:spChg>
        <pc:spChg chg="add mod ord">
          <ac:chgData name="Joan Manel" userId="e83ca080-b58f-4b39-a8e9-ab96c766dc1d" providerId="ADAL" clId="{23D38263-0DF7-4FF7-AADB-2D4F6B66A163}" dt="2026-03-13T11:13:48.769" v="66" actId="20577"/>
          <ac:spMkLst>
            <pc:docMk/>
            <pc:sldMk cId="2808606086" sldId="281"/>
            <ac:spMk id="7" creationId="{67959C91-B7D4-4B00-ABE4-2313B0A4C39B}"/>
          </ac:spMkLst>
        </pc:spChg>
        <pc:picChg chg="del">
          <ac:chgData name="Joan Manel" userId="e83ca080-b58f-4b39-a8e9-ab96c766dc1d" providerId="ADAL" clId="{23D38263-0DF7-4FF7-AADB-2D4F6B66A163}" dt="2026-03-13T11:12:52.406" v="46" actId="21"/>
          <ac:picMkLst>
            <pc:docMk/>
            <pc:sldMk cId="2808606086" sldId="281"/>
            <ac:picMk id="4" creationId="{CA0F6B00-4721-4FF4-BC19-D8F8C9F680CD}"/>
          </ac:picMkLst>
        </pc:picChg>
      </pc:sldChg>
      <pc:sldChg chg="addSp delSp modSp mod">
        <pc:chgData name="Joan Manel" userId="e83ca080-b58f-4b39-a8e9-ab96c766dc1d" providerId="ADAL" clId="{23D38263-0DF7-4FF7-AADB-2D4F6B66A163}" dt="2026-03-13T11:17:18.375" v="116" actId="478"/>
        <pc:sldMkLst>
          <pc:docMk/>
          <pc:sldMk cId="197139638" sldId="282"/>
        </pc:sldMkLst>
        <pc:spChg chg="add del mod ord">
          <ac:chgData name="Joan Manel" userId="e83ca080-b58f-4b39-a8e9-ab96c766dc1d" providerId="ADAL" clId="{23D38263-0DF7-4FF7-AADB-2D4F6B66A163}" dt="2026-03-13T11:17:18.375" v="116" actId="478"/>
          <ac:spMkLst>
            <pc:docMk/>
            <pc:sldMk cId="197139638" sldId="282"/>
            <ac:spMk id="8" creationId="{696B2347-9030-4566-82F9-06CFC2018DCD}"/>
          </ac:spMkLst>
        </pc:spChg>
        <pc:picChg chg="add mod">
          <ac:chgData name="Joan Manel" userId="e83ca080-b58f-4b39-a8e9-ab96c766dc1d" providerId="ADAL" clId="{23D38263-0DF7-4FF7-AADB-2D4F6B66A163}" dt="2026-03-13T11:11:15.798" v="36" actId="1076"/>
          <ac:picMkLst>
            <pc:docMk/>
            <pc:sldMk cId="197139638" sldId="282"/>
            <ac:picMk id="5" creationId="{121EEEC8-1D48-4666-9C9B-E239A710F187}"/>
          </ac:picMkLst>
        </pc:picChg>
        <pc:picChg chg="add del mod ord">
          <ac:chgData name="Joan Manel" userId="e83ca080-b58f-4b39-a8e9-ab96c766dc1d" providerId="ADAL" clId="{23D38263-0DF7-4FF7-AADB-2D4F6B66A163}" dt="2026-03-13T11:17:17.190" v="115" actId="478"/>
          <ac:picMkLst>
            <pc:docMk/>
            <pc:sldMk cId="197139638" sldId="282"/>
            <ac:picMk id="7" creationId="{19CEF5B6-4993-4B28-ACC3-F359489A693A}"/>
          </ac:picMkLst>
        </pc:picChg>
        <pc:picChg chg="del">
          <ac:chgData name="Joan Manel" userId="e83ca080-b58f-4b39-a8e9-ab96c766dc1d" providerId="ADAL" clId="{23D38263-0DF7-4FF7-AADB-2D4F6B66A163}" dt="2026-03-13T11:11:13.203" v="35" actId="478"/>
          <ac:picMkLst>
            <pc:docMk/>
            <pc:sldMk cId="197139638" sldId="282"/>
            <ac:picMk id="9" creationId="{57199C41-5E73-46C7-87EC-9D8817BEC427}"/>
          </ac:picMkLst>
        </pc:picChg>
      </pc:sldChg>
      <pc:sldChg chg="addSp delSp modSp mod">
        <pc:chgData name="Joan Manel" userId="e83ca080-b58f-4b39-a8e9-ab96c766dc1d" providerId="ADAL" clId="{23D38263-0DF7-4FF7-AADB-2D4F6B66A163}" dt="2026-03-13T12:02:28.129" v="750" actId="20577"/>
        <pc:sldMkLst>
          <pc:docMk/>
          <pc:sldMk cId="548448291" sldId="284"/>
        </pc:sldMkLst>
        <pc:spChg chg="mod">
          <ac:chgData name="Joan Manel" userId="e83ca080-b58f-4b39-a8e9-ab96c766dc1d" providerId="ADAL" clId="{23D38263-0DF7-4FF7-AADB-2D4F6B66A163}" dt="2026-03-13T12:02:28.129" v="750" actId="20577"/>
          <ac:spMkLst>
            <pc:docMk/>
            <pc:sldMk cId="548448291" sldId="284"/>
            <ac:spMk id="3" creationId="{477B419B-1DAF-4C2A-9BEE-DC5E777249C7}"/>
          </ac:spMkLst>
        </pc:spChg>
        <pc:spChg chg="add del mod ord">
          <ac:chgData name="Joan Manel" userId="e83ca080-b58f-4b39-a8e9-ab96c766dc1d" providerId="ADAL" clId="{23D38263-0DF7-4FF7-AADB-2D4F6B66A163}" dt="2026-03-13T11:17:21.326" v="118" actId="478"/>
          <ac:spMkLst>
            <pc:docMk/>
            <pc:sldMk cId="548448291" sldId="284"/>
            <ac:spMk id="5" creationId="{23D0EA4B-4359-46AA-BAB8-8F8441FD2D9F}"/>
          </ac:spMkLst>
        </pc:spChg>
        <pc:picChg chg="add del mod ord">
          <ac:chgData name="Joan Manel" userId="e83ca080-b58f-4b39-a8e9-ab96c766dc1d" providerId="ADAL" clId="{23D38263-0DF7-4FF7-AADB-2D4F6B66A163}" dt="2026-03-13T11:17:20.159" v="117" actId="478"/>
          <ac:picMkLst>
            <pc:docMk/>
            <pc:sldMk cId="548448291" sldId="284"/>
            <ac:picMk id="4" creationId="{D862B353-0CEC-44F6-82BA-C1DC7723169D}"/>
          </ac:picMkLst>
        </pc:picChg>
        <pc:picChg chg="add mod">
          <ac:chgData name="Joan Manel" userId="e83ca080-b58f-4b39-a8e9-ab96c766dc1d" providerId="ADAL" clId="{23D38263-0DF7-4FF7-AADB-2D4F6B66A163}" dt="2026-03-13T11:16:28.828" v="110" actId="1076"/>
          <ac:picMkLst>
            <pc:docMk/>
            <pc:sldMk cId="548448291" sldId="284"/>
            <ac:picMk id="7" creationId="{E1B356C6-39AE-4905-B424-30BC4E129A03}"/>
          </ac:picMkLst>
        </pc:picChg>
      </pc:sldChg>
      <pc:sldChg chg="addSp delSp modSp del mod chgLayout">
        <pc:chgData name="Joan Manel" userId="e83ca080-b58f-4b39-a8e9-ab96c766dc1d" providerId="ADAL" clId="{23D38263-0DF7-4FF7-AADB-2D4F6B66A163}" dt="2026-03-13T11:55:22.750" v="590" actId="47"/>
        <pc:sldMkLst>
          <pc:docMk/>
          <pc:sldMk cId="2560494855" sldId="285"/>
        </pc:sldMkLst>
        <pc:spChg chg="mod ord">
          <ac:chgData name="Joan Manel" userId="e83ca080-b58f-4b39-a8e9-ab96c766dc1d" providerId="ADAL" clId="{23D38263-0DF7-4FF7-AADB-2D4F6B66A163}" dt="2026-03-13T11:15:38.094" v="95" actId="6264"/>
          <ac:spMkLst>
            <pc:docMk/>
            <pc:sldMk cId="2560494855" sldId="285"/>
            <ac:spMk id="2" creationId="{3FAAB01D-67CC-47DB-BD34-2D01DE4AE447}"/>
          </ac:spMkLst>
        </pc:spChg>
        <pc:spChg chg="del mod">
          <ac:chgData name="Joan Manel" userId="e83ca080-b58f-4b39-a8e9-ab96c766dc1d" providerId="ADAL" clId="{23D38263-0DF7-4FF7-AADB-2D4F6B66A163}" dt="2026-03-13T11:15:38.094" v="95" actId="6264"/>
          <ac:spMkLst>
            <pc:docMk/>
            <pc:sldMk cId="2560494855" sldId="285"/>
            <ac:spMk id="3" creationId="{B5293598-85D9-4D07-A437-E8B4CD355051}"/>
          </ac:spMkLst>
        </pc:spChg>
        <pc:spChg chg="del mod ord">
          <ac:chgData name="Joan Manel" userId="e83ca080-b58f-4b39-a8e9-ab96c766dc1d" providerId="ADAL" clId="{23D38263-0DF7-4FF7-AADB-2D4F6B66A163}" dt="2026-03-13T11:16:01.266" v="106" actId="21"/>
          <ac:spMkLst>
            <pc:docMk/>
            <pc:sldMk cId="2560494855" sldId="285"/>
            <ac:spMk id="5" creationId="{65CE6898-96DB-461B-9233-3204D8B956AC}"/>
          </ac:spMkLst>
        </pc:spChg>
        <pc:spChg chg="add del mod">
          <ac:chgData name="Joan Manel" userId="e83ca080-b58f-4b39-a8e9-ab96c766dc1d" providerId="ADAL" clId="{23D38263-0DF7-4FF7-AADB-2D4F6B66A163}" dt="2026-03-13T11:15:38.094" v="95" actId="6264"/>
          <ac:spMkLst>
            <pc:docMk/>
            <pc:sldMk cId="2560494855" sldId="285"/>
            <ac:spMk id="6" creationId="{D9AB079A-F309-4D25-BF23-EB233BAB5DAA}"/>
          </ac:spMkLst>
        </pc:spChg>
        <pc:spChg chg="add mod ord">
          <ac:chgData name="Joan Manel" userId="e83ca080-b58f-4b39-a8e9-ab96c766dc1d" providerId="ADAL" clId="{23D38263-0DF7-4FF7-AADB-2D4F6B66A163}" dt="2026-03-13T11:15:42.235" v="98" actId="20577"/>
          <ac:spMkLst>
            <pc:docMk/>
            <pc:sldMk cId="2560494855" sldId="285"/>
            <ac:spMk id="7" creationId="{0F4526CD-8008-466D-9C04-0E9C23E77306}"/>
          </ac:spMkLst>
        </pc:spChg>
        <pc:picChg chg="del mod ord">
          <ac:chgData name="Joan Manel" userId="e83ca080-b58f-4b39-a8e9-ab96c766dc1d" providerId="ADAL" clId="{23D38263-0DF7-4FF7-AADB-2D4F6B66A163}" dt="2026-03-13T11:16:01.266" v="106" actId="21"/>
          <ac:picMkLst>
            <pc:docMk/>
            <pc:sldMk cId="2560494855" sldId="285"/>
            <ac:picMk id="4" creationId="{EE5217D0-033C-43DF-8BF9-943337E97380}"/>
          </ac:picMkLst>
        </pc:picChg>
      </pc:sldChg>
      <pc:sldChg chg="addSp delSp modSp del mod chgLayout">
        <pc:chgData name="Joan Manel" userId="e83ca080-b58f-4b39-a8e9-ab96c766dc1d" providerId="ADAL" clId="{23D38263-0DF7-4FF7-AADB-2D4F6B66A163}" dt="2026-03-13T11:47:51.172" v="461" actId="47"/>
        <pc:sldMkLst>
          <pc:docMk/>
          <pc:sldMk cId="2770634893" sldId="287"/>
        </pc:sldMkLst>
        <pc:spChg chg="mod ord">
          <ac:chgData name="Joan Manel" userId="e83ca080-b58f-4b39-a8e9-ab96c766dc1d" providerId="ADAL" clId="{23D38263-0DF7-4FF7-AADB-2D4F6B66A163}" dt="2026-03-13T11:18:04.793" v="137" actId="27636"/>
          <ac:spMkLst>
            <pc:docMk/>
            <pc:sldMk cId="2770634893" sldId="287"/>
            <ac:spMk id="2" creationId="{40656394-8D64-4F16-AFF0-9CD3EC3C30BF}"/>
          </ac:spMkLst>
        </pc:spChg>
        <pc:spChg chg="del mod">
          <ac:chgData name="Joan Manel" userId="e83ca080-b58f-4b39-a8e9-ab96c766dc1d" providerId="ADAL" clId="{23D38263-0DF7-4FF7-AADB-2D4F6B66A163}" dt="2026-03-13T11:15:49.728" v="101" actId="6264"/>
          <ac:spMkLst>
            <pc:docMk/>
            <pc:sldMk cId="2770634893" sldId="287"/>
            <ac:spMk id="3" creationId="{8F2555F0-FD26-4A4E-B329-D26DE470639D}"/>
          </ac:spMkLst>
        </pc:spChg>
        <pc:spChg chg="del">
          <ac:chgData name="Joan Manel" userId="e83ca080-b58f-4b39-a8e9-ab96c766dc1d" providerId="ADAL" clId="{23D38263-0DF7-4FF7-AADB-2D4F6B66A163}" dt="2026-03-13T11:14:21.904" v="75" actId="21"/>
          <ac:spMkLst>
            <pc:docMk/>
            <pc:sldMk cId="2770634893" sldId="287"/>
            <ac:spMk id="5" creationId="{62802729-2D63-4C3B-AE53-F70F097B4020}"/>
          </ac:spMkLst>
        </pc:spChg>
        <pc:spChg chg="add del mod">
          <ac:chgData name="Joan Manel" userId="e83ca080-b58f-4b39-a8e9-ab96c766dc1d" providerId="ADAL" clId="{23D38263-0DF7-4FF7-AADB-2D4F6B66A163}" dt="2026-03-13T11:15:49.728" v="101" actId="6264"/>
          <ac:spMkLst>
            <pc:docMk/>
            <pc:sldMk cId="2770634893" sldId="287"/>
            <ac:spMk id="6" creationId="{EF33DF27-C938-4397-A76E-458E7B242052}"/>
          </ac:spMkLst>
        </pc:spChg>
        <pc:spChg chg="add mod ord">
          <ac:chgData name="Joan Manel" userId="e83ca080-b58f-4b39-a8e9-ab96c766dc1d" providerId="ADAL" clId="{23D38263-0DF7-4FF7-AADB-2D4F6B66A163}" dt="2026-03-13T11:42:59.163" v="357" actId="27636"/>
          <ac:spMkLst>
            <pc:docMk/>
            <pc:sldMk cId="2770634893" sldId="287"/>
            <ac:spMk id="7" creationId="{DAB75EEF-9B5F-449F-B367-9195575021A9}"/>
          </ac:spMkLst>
        </pc:spChg>
        <pc:picChg chg="del">
          <ac:chgData name="Joan Manel" userId="e83ca080-b58f-4b39-a8e9-ab96c766dc1d" providerId="ADAL" clId="{23D38263-0DF7-4FF7-AADB-2D4F6B66A163}" dt="2026-03-13T11:14:21.904" v="75" actId="21"/>
          <ac:picMkLst>
            <pc:docMk/>
            <pc:sldMk cId="2770634893" sldId="287"/>
            <ac:picMk id="4" creationId="{29125932-820D-456B-A4E3-04BA8023BC0E}"/>
          </ac:picMkLst>
        </pc:picChg>
      </pc:sldChg>
      <pc:sldChg chg="addSp delSp modSp del mod">
        <pc:chgData name="Joan Manel" userId="e83ca080-b58f-4b39-a8e9-ab96c766dc1d" providerId="ADAL" clId="{23D38263-0DF7-4FF7-AADB-2D4F6B66A163}" dt="2026-03-13T11:55:18.839" v="589" actId="47"/>
        <pc:sldMkLst>
          <pc:docMk/>
          <pc:sldMk cId="3013333597" sldId="288"/>
        </pc:sldMkLst>
        <pc:spChg chg="add del mod ord">
          <ac:chgData name="Joan Manel" userId="e83ca080-b58f-4b39-a8e9-ab96c766dc1d" providerId="ADAL" clId="{23D38263-0DF7-4FF7-AADB-2D4F6B66A163}" dt="2026-03-13T11:17:24.845" v="120" actId="478"/>
          <ac:spMkLst>
            <pc:docMk/>
            <pc:sldMk cId="3013333597" sldId="288"/>
            <ac:spMk id="5" creationId="{131246A7-1475-416E-8CA3-16CA5F337356}"/>
          </ac:spMkLst>
        </pc:spChg>
        <pc:picChg chg="add del mod ord">
          <ac:chgData name="Joan Manel" userId="e83ca080-b58f-4b39-a8e9-ab96c766dc1d" providerId="ADAL" clId="{23D38263-0DF7-4FF7-AADB-2D4F6B66A163}" dt="2026-03-13T11:17:23.622" v="119" actId="478"/>
          <ac:picMkLst>
            <pc:docMk/>
            <pc:sldMk cId="3013333597" sldId="288"/>
            <ac:picMk id="4" creationId="{0412E8BC-2BC9-47F3-891C-E840F6F74824}"/>
          </ac:picMkLst>
        </pc:picChg>
      </pc:sldChg>
      <pc:sldChg chg="modSp del mod">
        <pc:chgData name="Joan Manel" userId="e83ca080-b58f-4b39-a8e9-ab96c766dc1d" providerId="ADAL" clId="{23D38263-0DF7-4FF7-AADB-2D4F6B66A163}" dt="2026-03-13T12:14:24.347" v="986" actId="2696"/>
        <pc:sldMkLst>
          <pc:docMk/>
          <pc:sldMk cId="1373404391" sldId="289"/>
        </pc:sldMkLst>
        <pc:spChg chg="mod">
          <ac:chgData name="Joan Manel" userId="e83ca080-b58f-4b39-a8e9-ab96c766dc1d" providerId="ADAL" clId="{23D38263-0DF7-4FF7-AADB-2D4F6B66A163}" dt="2026-03-13T12:14:10.946" v="985" actId="20577"/>
          <ac:spMkLst>
            <pc:docMk/>
            <pc:sldMk cId="1373404391" sldId="289"/>
            <ac:spMk id="3" creationId="{5806F45F-E798-481E-A244-E8EA62CDB8AC}"/>
          </ac:spMkLst>
        </pc:spChg>
      </pc:sldChg>
      <pc:sldChg chg="add">
        <pc:chgData name="Joan Manel" userId="e83ca080-b58f-4b39-a8e9-ab96c766dc1d" providerId="ADAL" clId="{23D38263-0DF7-4FF7-AADB-2D4F6B66A163}" dt="2026-03-13T12:14:43.540" v="987"/>
        <pc:sldMkLst>
          <pc:docMk/>
          <pc:sldMk cId="2355902877" sldId="289"/>
        </pc:sldMkLst>
      </pc:sldChg>
      <pc:sldChg chg="modSp mod">
        <pc:chgData name="Joan Manel" userId="e83ca080-b58f-4b39-a8e9-ab96c766dc1d" providerId="ADAL" clId="{23D38263-0DF7-4FF7-AADB-2D4F6B66A163}" dt="2026-03-13T12:18:24.393" v="1137" actId="20577"/>
        <pc:sldMkLst>
          <pc:docMk/>
          <pc:sldMk cId="447647784" sldId="290"/>
        </pc:sldMkLst>
        <pc:spChg chg="mod">
          <ac:chgData name="Joan Manel" userId="e83ca080-b58f-4b39-a8e9-ab96c766dc1d" providerId="ADAL" clId="{23D38263-0DF7-4FF7-AADB-2D4F6B66A163}" dt="2026-03-13T12:16:22.711" v="1004" actId="20577"/>
          <ac:spMkLst>
            <pc:docMk/>
            <pc:sldMk cId="447647784" sldId="290"/>
            <ac:spMk id="2" creationId="{EA8472F9-07D9-4174-89F4-19321D72D782}"/>
          </ac:spMkLst>
        </pc:spChg>
        <pc:spChg chg="mod">
          <ac:chgData name="Joan Manel" userId="e83ca080-b58f-4b39-a8e9-ab96c766dc1d" providerId="ADAL" clId="{23D38263-0DF7-4FF7-AADB-2D4F6B66A163}" dt="2026-03-13T12:18:24.393" v="1137" actId="20577"/>
          <ac:spMkLst>
            <pc:docMk/>
            <pc:sldMk cId="447647784" sldId="290"/>
            <ac:spMk id="3" creationId="{D3AC8F5C-93BF-46ED-9C60-0FE0B971E643}"/>
          </ac:spMkLst>
        </pc:spChg>
      </pc:sldChg>
      <pc:sldChg chg="addSp delSp modSp mod ord chgLayout">
        <pc:chgData name="Joan Manel" userId="e83ca080-b58f-4b39-a8e9-ab96c766dc1d" providerId="ADAL" clId="{23D38263-0DF7-4FF7-AADB-2D4F6B66A163}" dt="2026-03-13T12:18:29.972" v="1139"/>
        <pc:sldMkLst>
          <pc:docMk/>
          <pc:sldMk cId="2795182798" sldId="291"/>
        </pc:sldMkLst>
        <pc:spChg chg="mod ord">
          <ac:chgData name="Joan Manel" userId="e83ca080-b58f-4b39-a8e9-ab96c766dc1d" providerId="ADAL" clId="{23D38263-0DF7-4FF7-AADB-2D4F6B66A163}" dt="2026-03-13T12:15:13.735" v="988" actId="6264"/>
          <ac:spMkLst>
            <pc:docMk/>
            <pc:sldMk cId="2795182798" sldId="291"/>
            <ac:spMk id="2" creationId="{AD4A870E-7568-4548-995A-969E5D26CC20}"/>
          </ac:spMkLst>
        </pc:spChg>
        <pc:spChg chg="mod ord">
          <ac:chgData name="Joan Manel" userId="e83ca080-b58f-4b39-a8e9-ab96c766dc1d" providerId="ADAL" clId="{23D38263-0DF7-4FF7-AADB-2D4F6B66A163}" dt="2026-03-13T12:15:16.939" v="990" actId="27636"/>
          <ac:spMkLst>
            <pc:docMk/>
            <pc:sldMk cId="2795182798" sldId="291"/>
            <ac:spMk id="3" creationId="{FFA72AE9-997F-4E80-B913-8080DDA61692}"/>
          </ac:spMkLst>
        </pc:spChg>
        <pc:spChg chg="add del mod">
          <ac:chgData name="Joan Manel" userId="e83ca080-b58f-4b39-a8e9-ab96c766dc1d" providerId="ADAL" clId="{23D38263-0DF7-4FF7-AADB-2D4F6B66A163}" dt="2026-03-13T12:15:13.735" v="988" actId="6264"/>
          <ac:spMkLst>
            <pc:docMk/>
            <pc:sldMk cId="2795182798" sldId="291"/>
            <ac:spMk id="4" creationId="{A95EE4FF-AA58-44A2-9AC0-BDA1AFB67987}"/>
          </ac:spMkLst>
        </pc:spChg>
        <pc:spChg chg="add del mod">
          <ac:chgData name="Joan Manel" userId="e83ca080-b58f-4b39-a8e9-ab96c766dc1d" providerId="ADAL" clId="{23D38263-0DF7-4FF7-AADB-2D4F6B66A163}" dt="2026-03-13T12:15:13.735" v="988" actId="6264"/>
          <ac:spMkLst>
            <pc:docMk/>
            <pc:sldMk cId="2795182798" sldId="291"/>
            <ac:spMk id="5" creationId="{65CC53BF-C3D4-4934-A3F4-556BECD1136F}"/>
          </ac:spMkLst>
        </pc:spChg>
      </pc:sldChg>
      <pc:sldChg chg="addSp delSp modSp mod">
        <pc:chgData name="Joan Manel" userId="e83ca080-b58f-4b39-a8e9-ab96c766dc1d" providerId="ADAL" clId="{23D38263-0DF7-4FF7-AADB-2D4F6B66A163}" dt="2026-03-13T12:48:52.376" v="1321" actId="207"/>
        <pc:sldMkLst>
          <pc:docMk/>
          <pc:sldMk cId="29687855" sldId="293"/>
        </pc:sldMkLst>
        <pc:spChg chg="add mod">
          <ac:chgData name="Joan Manel" userId="e83ca080-b58f-4b39-a8e9-ab96c766dc1d" providerId="ADAL" clId="{23D38263-0DF7-4FF7-AADB-2D4F6B66A163}" dt="2026-03-13T12:48:17.502" v="1318" actId="12788"/>
          <ac:spMkLst>
            <pc:docMk/>
            <pc:sldMk cId="29687855" sldId="293"/>
            <ac:spMk id="3" creationId="{3F0F8F97-63C8-4322-B914-ED30FA93086B}"/>
          </ac:spMkLst>
        </pc:spChg>
        <pc:spChg chg="add mod ord">
          <ac:chgData name="Joan Manel" userId="e83ca080-b58f-4b39-a8e9-ab96c766dc1d" providerId="ADAL" clId="{23D38263-0DF7-4FF7-AADB-2D4F6B66A163}" dt="2026-03-13T12:48:52.376" v="1321" actId="207"/>
          <ac:spMkLst>
            <pc:docMk/>
            <pc:sldMk cId="29687855" sldId="293"/>
            <ac:spMk id="4" creationId="{1A058912-7368-4EA1-AA81-D534758B3D47}"/>
          </ac:spMkLst>
        </pc:spChg>
        <pc:spChg chg="del">
          <ac:chgData name="Joan Manel" userId="e83ca080-b58f-4b39-a8e9-ab96c766dc1d" providerId="ADAL" clId="{23D38263-0DF7-4FF7-AADB-2D4F6B66A163}" dt="2026-03-13T11:13:59.657" v="67" actId="21"/>
          <ac:spMkLst>
            <pc:docMk/>
            <pc:sldMk cId="29687855" sldId="293"/>
            <ac:spMk id="8" creationId="{D7988388-C95E-49F0-860F-E0F40822A250}"/>
          </ac:spMkLst>
        </pc:spChg>
        <pc:spChg chg="mod">
          <ac:chgData name="Joan Manel" userId="e83ca080-b58f-4b39-a8e9-ab96c766dc1d" providerId="ADAL" clId="{23D38263-0DF7-4FF7-AADB-2D4F6B66A163}" dt="2026-03-13T12:46:46.815" v="1290"/>
          <ac:spMkLst>
            <pc:docMk/>
            <pc:sldMk cId="29687855" sldId="293"/>
            <ac:spMk id="11" creationId="{1967F968-A2A5-4615-8E21-C5E1930601AE}"/>
          </ac:spMkLst>
        </pc:spChg>
        <pc:picChg chg="del">
          <ac:chgData name="Joan Manel" userId="e83ca080-b58f-4b39-a8e9-ab96c766dc1d" providerId="ADAL" clId="{23D38263-0DF7-4FF7-AADB-2D4F6B66A163}" dt="2026-03-13T11:13:59.657" v="67" actId="21"/>
          <ac:picMkLst>
            <pc:docMk/>
            <pc:sldMk cId="29687855" sldId="293"/>
            <ac:picMk id="5" creationId="{BCFE879A-CA47-407F-8E76-82643E4BB538}"/>
          </ac:picMkLst>
        </pc:picChg>
      </pc:sldChg>
      <pc:sldChg chg="addSp delSp modSp new mod">
        <pc:chgData name="Joan Manel" userId="e83ca080-b58f-4b39-a8e9-ab96c766dc1d" providerId="ADAL" clId="{23D38263-0DF7-4FF7-AADB-2D4F6B66A163}" dt="2026-03-13T12:08:56.561" v="973" actId="27636"/>
        <pc:sldMkLst>
          <pc:docMk/>
          <pc:sldMk cId="3109286816" sldId="294"/>
        </pc:sldMkLst>
        <pc:spChg chg="mod">
          <ac:chgData name="Joan Manel" userId="e83ca080-b58f-4b39-a8e9-ab96c766dc1d" providerId="ADAL" clId="{23D38263-0DF7-4FF7-AADB-2D4F6B66A163}" dt="2026-03-13T11:55:44.797" v="599" actId="20577"/>
          <ac:spMkLst>
            <pc:docMk/>
            <pc:sldMk cId="3109286816" sldId="294"/>
            <ac:spMk id="2" creationId="{FD7CC0A1-E3FC-4A5D-815D-8ADD610E7B84}"/>
          </ac:spMkLst>
        </pc:spChg>
        <pc:spChg chg="mod">
          <ac:chgData name="Joan Manel" userId="e83ca080-b58f-4b39-a8e9-ab96c766dc1d" providerId="ADAL" clId="{23D38263-0DF7-4FF7-AADB-2D4F6B66A163}" dt="2026-03-13T12:08:56.561" v="973" actId="27636"/>
          <ac:spMkLst>
            <pc:docMk/>
            <pc:sldMk cId="3109286816" sldId="294"/>
            <ac:spMk id="3" creationId="{FB44C27D-7483-4D90-A252-14A1DF5CA758}"/>
          </ac:spMkLst>
        </pc:spChg>
        <pc:spChg chg="add del">
          <ac:chgData name="Joan Manel" userId="e83ca080-b58f-4b39-a8e9-ab96c766dc1d" providerId="ADAL" clId="{23D38263-0DF7-4FF7-AADB-2D4F6B66A163}" dt="2026-03-13T11:25:09.796" v="212"/>
          <ac:spMkLst>
            <pc:docMk/>
            <pc:sldMk cId="3109286816" sldId="294"/>
            <ac:spMk id="7" creationId="{E4785556-A026-4732-9900-715F866573CA}"/>
          </ac:spMkLst>
        </pc:spChg>
        <pc:picChg chg="add mod modCrop">
          <ac:chgData name="Joan Manel" userId="e83ca080-b58f-4b39-a8e9-ab96c766dc1d" providerId="ADAL" clId="{23D38263-0DF7-4FF7-AADB-2D4F6B66A163}" dt="2026-03-13T11:34:04.966" v="305" actId="1076"/>
          <ac:picMkLst>
            <pc:docMk/>
            <pc:sldMk cId="3109286816" sldId="294"/>
            <ac:picMk id="5" creationId="{8CD6A80D-D180-4FD1-9107-DF1FFAFD6250}"/>
          </ac:picMkLst>
        </pc:picChg>
        <pc:picChg chg="add mod modCrop">
          <ac:chgData name="Joan Manel" userId="e83ca080-b58f-4b39-a8e9-ab96c766dc1d" providerId="ADAL" clId="{23D38263-0DF7-4FF7-AADB-2D4F6B66A163}" dt="2026-03-13T11:34:14.326" v="306" actId="1076"/>
          <ac:picMkLst>
            <pc:docMk/>
            <pc:sldMk cId="3109286816" sldId="294"/>
            <ac:picMk id="6" creationId="{FBD85A00-F83E-4EC3-91DB-514198AE31C6}"/>
          </ac:picMkLst>
        </pc:picChg>
      </pc:sldChg>
      <pc:sldChg chg="addSp delSp modSp add del mod">
        <pc:chgData name="Joan Manel" userId="e83ca080-b58f-4b39-a8e9-ab96c766dc1d" providerId="ADAL" clId="{23D38263-0DF7-4FF7-AADB-2D4F6B66A163}" dt="2026-03-13T08:56:52.354" v="33"/>
        <pc:sldMkLst>
          <pc:docMk/>
          <pc:sldMk cId="3491587411" sldId="294"/>
        </pc:sldMkLst>
        <pc:spChg chg="add del">
          <ac:chgData name="Joan Manel" userId="e83ca080-b58f-4b39-a8e9-ab96c766dc1d" providerId="ADAL" clId="{23D38263-0DF7-4FF7-AADB-2D4F6B66A163}" dt="2026-03-13T08:56:51.904" v="32" actId="478"/>
          <ac:spMkLst>
            <pc:docMk/>
            <pc:sldMk cId="3491587411" sldId="294"/>
            <ac:spMk id="3" creationId="{10315E39-A8F4-4FE2-AA37-6F15CF364604}"/>
          </ac:spMkLst>
        </pc:spChg>
        <pc:spChg chg="add del mod">
          <ac:chgData name="Joan Manel" userId="e83ca080-b58f-4b39-a8e9-ab96c766dc1d" providerId="ADAL" clId="{23D38263-0DF7-4FF7-AADB-2D4F6B66A163}" dt="2026-03-13T08:56:51.904" v="32" actId="478"/>
          <ac:spMkLst>
            <pc:docMk/>
            <pc:sldMk cId="3491587411" sldId="294"/>
            <ac:spMk id="7" creationId="{A371B0F4-F542-45F4-9C13-5BDA705C7C61}"/>
          </ac:spMkLst>
        </pc:spChg>
      </pc:sldChg>
      <pc:sldChg chg="addSp delSp modSp new mod ord chgLayout">
        <pc:chgData name="Joan Manel" userId="e83ca080-b58f-4b39-a8e9-ab96c766dc1d" providerId="ADAL" clId="{23D38263-0DF7-4FF7-AADB-2D4F6B66A163}" dt="2026-03-13T12:03:05.272" v="752" actId="20577"/>
        <pc:sldMkLst>
          <pc:docMk/>
          <pc:sldMk cId="468453618" sldId="295"/>
        </pc:sldMkLst>
        <pc:spChg chg="mod ord">
          <ac:chgData name="Joan Manel" userId="e83ca080-b58f-4b39-a8e9-ab96c766dc1d" providerId="ADAL" clId="{23D38263-0DF7-4FF7-AADB-2D4F6B66A163}" dt="2026-03-13T11:53:07.391" v="553" actId="6264"/>
          <ac:spMkLst>
            <pc:docMk/>
            <pc:sldMk cId="468453618" sldId="295"/>
            <ac:spMk id="2" creationId="{885B77A2-1BFD-4861-8C62-9D33B998B583}"/>
          </ac:spMkLst>
        </pc:spChg>
        <pc:spChg chg="mod ord">
          <ac:chgData name="Joan Manel" userId="e83ca080-b58f-4b39-a8e9-ab96c766dc1d" providerId="ADAL" clId="{23D38263-0DF7-4FF7-AADB-2D4F6B66A163}" dt="2026-03-13T12:03:05.272" v="752" actId="20577"/>
          <ac:spMkLst>
            <pc:docMk/>
            <pc:sldMk cId="468453618" sldId="295"/>
            <ac:spMk id="3" creationId="{3314D599-8FD3-4B54-B1D6-6EB33564188E}"/>
          </ac:spMkLst>
        </pc:spChg>
        <pc:spChg chg="add del mod">
          <ac:chgData name="Joan Manel" userId="e83ca080-b58f-4b39-a8e9-ab96c766dc1d" providerId="ADAL" clId="{23D38263-0DF7-4FF7-AADB-2D4F6B66A163}" dt="2026-03-13T11:53:07.391" v="553" actId="6264"/>
          <ac:spMkLst>
            <pc:docMk/>
            <pc:sldMk cId="468453618" sldId="295"/>
            <ac:spMk id="4" creationId="{AD12F246-FC80-4648-B7DA-DE4E4BD8A9E7}"/>
          </ac:spMkLst>
        </pc:spChg>
        <pc:spChg chg="add del mod">
          <ac:chgData name="Joan Manel" userId="e83ca080-b58f-4b39-a8e9-ab96c766dc1d" providerId="ADAL" clId="{23D38263-0DF7-4FF7-AADB-2D4F6B66A163}" dt="2026-03-13T11:53:07.391" v="553" actId="6264"/>
          <ac:spMkLst>
            <pc:docMk/>
            <pc:sldMk cId="468453618" sldId="295"/>
            <ac:spMk id="5" creationId="{5F7233CB-AEF0-4D43-9011-11F96010512D}"/>
          </ac:spMkLst>
        </pc:spChg>
      </pc:sldChg>
      <pc:sldChg chg="modSp add mod">
        <pc:chgData name="Joan Manel" userId="e83ca080-b58f-4b39-a8e9-ab96c766dc1d" providerId="ADAL" clId="{23D38263-0DF7-4FF7-AADB-2D4F6B66A163}" dt="2026-03-13T12:09:03.562" v="975" actId="20577"/>
        <pc:sldMkLst>
          <pc:docMk/>
          <pc:sldMk cId="1150036808" sldId="296"/>
        </pc:sldMkLst>
        <pc:spChg chg="mod">
          <ac:chgData name="Joan Manel" userId="e83ca080-b58f-4b39-a8e9-ab96c766dc1d" providerId="ADAL" clId="{23D38263-0DF7-4FF7-AADB-2D4F6B66A163}" dt="2026-03-13T12:09:03.562" v="975" actId="20577"/>
          <ac:spMkLst>
            <pc:docMk/>
            <pc:sldMk cId="1150036808" sldId="296"/>
            <ac:spMk id="2" creationId="{FD7CC0A1-E3FC-4A5D-815D-8ADD610E7B84}"/>
          </ac:spMkLst>
        </pc:spChg>
        <pc:spChg chg="mod">
          <ac:chgData name="Joan Manel" userId="e83ca080-b58f-4b39-a8e9-ab96c766dc1d" providerId="ADAL" clId="{23D38263-0DF7-4FF7-AADB-2D4F6B66A163}" dt="2026-03-13T12:08:47.296" v="965" actId="27636"/>
          <ac:spMkLst>
            <pc:docMk/>
            <pc:sldMk cId="1150036808" sldId="296"/>
            <ac:spMk id="3" creationId="{FB44C27D-7483-4D90-A252-14A1DF5CA758}"/>
          </ac:spMkLst>
        </pc:spChg>
      </pc:sldChg>
      <pc:sldChg chg="modSp add mod">
        <pc:chgData name="Joan Manel" userId="e83ca080-b58f-4b39-a8e9-ab96c766dc1d" providerId="ADAL" clId="{23D38263-0DF7-4FF7-AADB-2D4F6B66A163}" dt="2026-03-13T12:09:29.763" v="977" actId="20577"/>
        <pc:sldMkLst>
          <pc:docMk/>
          <pc:sldMk cId="1855396143" sldId="297"/>
        </pc:sldMkLst>
        <pc:spChg chg="mod">
          <ac:chgData name="Joan Manel" userId="e83ca080-b58f-4b39-a8e9-ab96c766dc1d" providerId="ADAL" clId="{23D38263-0DF7-4FF7-AADB-2D4F6B66A163}" dt="2026-03-13T12:09:00.855" v="974" actId="20577"/>
          <ac:spMkLst>
            <pc:docMk/>
            <pc:sldMk cId="1855396143" sldId="297"/>
            <ac:spMk id="2" creationId="{FD7CC0A1-E3FC-4A5D-815D-8ADD610E7B84}"/>
          </ac:spMkLst>
        </pc:spChg>
        <pc:spChg chg="mod">
          <ac:chgData name="Joan Manel" userId="e83ca080-b58f-4b39-a8e9-ab96c766dc1d" providerId="ADAL" clId="{23D38263-0DF7-4FF7-AADB-2D4F6B66A163}" dt="2026-03-13T12:09:29.763" v="977" actId="20577"/>
          <ac:spMkLst>
            <pc:docMk/>
            <pc:sldMk cId="1855396143" sldId="297"/>
            <ac:spMk id="3" creationId="{FB44C27D-7483-4D90-A252-14A1DF5CA758}"/>
          </ac:spMkLst>
        </pc:spChg>
      </pc:sldChg>
      <pc:sldChg chg="new">
        <pc:chgData name="Joan Manel" userId="e83ca080-b58f-4b39-a8e9-ab96c766dc1d" providerId="ADAL" clId="{23D38263-0DF7-4FF7-AADB-2D4F6B66A163}" dt="2026-03-13T12:19:03.974" v="1140" actId="680"/>
        <pc:sldMkLst>
          <pc:docMk/>
          <pc:sldMk cId="2548541040" sldId="298"/>
        </pc:sldMkLst>
      </pc:sldChg>
      <pc:sldChg chg="addSp delSp modSp add mod modClrScheme chgLayout">
        <pc:chgData name="Joan Manel" userId="e83ca080-b58f-4b39-a8e9-ab96c766dc1d" providerId="ADAL" clId="{23D38263-0DF7-4FF7-AADB-2D4F6B66A163}" dt="2026-03-13T12:36:35.809" v="1246" actId="1076"/>
        <pc:sldMkLst>
          <pc:docMk/>
          <pc:sldMk cId="1596207886" sldId="299"/>
        </pc:sldMkLst>
        <pc:spChg chg="del mod">
          <ac:chgData name="Joan Manel" userId="e83ca080-b58f-4b39-a8e9-ab96c766dc1d" providerId="ADAL" clId="{23D38263-0DF7-4FF7-AADB-2D4F6B66A163}" dt="2026-03-13T12:34:00.250" v="1227" actId="478"/>
          <ac:spMkLst>
            <pc:docMk/>
            <pc:sldMk cId="1596207886" sldId="299"/>
            <ac:spMk id="2" creationId="{FD7CC0A1-E3FC-4A5D-815D-8ADD610E7B84}"/>
          </ac:spMkLst>
        </pc:spChg>
        <pc:spChg chg="del">
          <ac:chgData name="Joan Manel" userId="e83ca080-b58f-4b39-a8e9-ab96c766dc1d" providerId="ADAL" clId="{23D38263-0DF7-4FF7-AADB-2D4F6B66A163}" dt="2026-03-13T12:28:45.158" v="1144" actId="478"/>
          <ac:spMkLst>
            <pc:docMk/>
            <pc:sldMk cId="1596207886" sldId="299"/>
            <ac:spMk id="3" creationId="{FB44C27D-7483-4D90-A252-14A1DF5CA758}"/>
          </ac:spMkLst>
        </pc:spChg>
        <pc:spChg chg="add del mod">
          <ac:chgData name="Joan Manel" userId="e83ca080-b58f-4b39-a8e9-ab96c766dc1d" providerId="ADAL" clId="{23D38263-0DF7-4FF7-AADB-2D4F6B66A163}" dt="2026-03-13T12:28:50.932" v="1145"/>
          <ac:spMkLst>
            <pc:docMk/>
            <pc:sldMk cId="1596207886" sldId="299"/>
            <ac:spMk id="7" creationId="{F0A2AB9E-3AFD-443B-A342-65EF091BB456}"/>
          </ac:spMkLst>
        </pc:spChg>
        <pc:spChg chg="add del mod">
          <ac:chgData name="Joan Manel" userId="e83ca080-b58f-4b39-a8e9-ab96c766dc1d" providerId="ADAL" clId="{23D38263-0DF7-4FF7-AADB-2D4F6B66A163}" dt="2026-03-13T12:34:05.332" v="1228" actId="700"/>
          <ac:spMkLst>
            <pc:docMk/>
            <pc:sldMk cId="1596207886" sldId="299"/>
            <ac:spMk id="12" creationId="{885BB307-3B99-4CAB-881F-54A9ED0479D0}"/>
          </ac:spMkLst>
        </pc:spChg>
        <pc:graphicFrameChg chg="add mod modGraphic">
          <ac:chgData name="Joan Manel" userId="e83ca080-b58f-4b39-a8e9-ab96c766dc1d" providerId="ADAL" clId="{23D38263-0DF7-4FF7-AADB-2D4F6B66A163}" dt="2026-03-13T12:34:58.190" v="1241" actId="1076"/>
          <ac:graphicFrameMkLst>
            <pc:docMk/>
            <pc:sldMk cId="1596207886" sldId="299"/>
            <ac:graphicFrameMk id="9" creationId="{2A9F762C-27D5-47CE-B4FB-22E992D5FD8E}"/>
          </ac:graphicFrameMkLst>
        </pc:graphicFrameChg>
        <pc:graphicFrameChg chg="add mod modGraphic">
          <ac:chgData name="Joan Manel" userId="e83ca080-b58f-4b39-a8e9-ab96c766dc1d" providerId="ADAL" clId="{23D38263-0DF7-4FF7-AADB-2D4F6B66A163}" dt="2026-03-13T12:35:05.348" v="1242" actId="1076"/>
          <ac:graphicFrameMkLst>
            <pc:docMk/>
            <pc:sldMk cId="1596207886" sldId="299"/>
            <ac:graphicFrameMk id="10" creationId="{BCE4B589-8198-4542-9013-6CBBFEA41166}"/>
          </ac:graphicFrameMkLst>
        </pc:graphicFrameChg>
        <pc:picChg chg="mod">
          <ac:chgData name="Joan Manel" userId="e83ca080-b58f-4b39-a8e9-ab96c766dc1d" providerId="ADAL" clId="{23D38263-0DF7-4FF7-AADB-2D4F6B66A163}" dt="2026-03-13T12:36:32.438" v="1245" actId="1076"/>
          <ac:picMkLst>
            <pc:docMk/>
            <pc:sldMk cId="1596207886" sldId="299"/>
            <ac:picMk id="5" creationId="{8CD6A80D-D180-4FD1-9107-DF1FFAFD6250}"/>
          </ac:picMkLst>
        </pc:picChg>
        <pc:picChg chg="mod">
          <ac:chgData name="Joan Manel" userId="e83ca080-b58f-4b39-a8e9-ab96c766dc1d" providerId="ADAL" clId="{23D38263-0DF7-4FF7-AADB-2D4F6B66A163}" dt="2026-03-13T12:36:35.809" v="1246" actId="1076"/>
          <ac:picMkLst>
            <pc:docMk/>
            <pc:sldMk cId="1596207886" sldId="299"/>
            <ac:picMk id="6" creationId="{FBD85A00-F83E-4EC3-91DB-514198AE31C6}"/>
          </ac:picMkLst>
        </pc:picChg>
        <pc:picChg chg="add mod ord">
          <ac:chgData name="Joan Manel" userId="e83ca080-b58f-4b39-a8e9-ab96c766dc1d" providerId="ADAL" clId="{23D38263-0DF7-4FF7-AADB-2D4F6B66A163}" dt="2026-03-13T12:34:50.328" v="1240" actId="12788"/>
          <ac:picMkLst>
            <pc:docMk/>
            <pc:sldMk cId="1596207886" sldId="299"/>
            <ac:picMk id="8" creationId="{42C9FB97-753C-4890-A82E-A74DCFD47979}"/>
          </ac:picMkLst>
        </pc:picChg>
      </pc:sldChg>
    </pc:docChg>
  </pc:docChgLst>
  <pc:docChgLst>
    <pc:chgData name="Joan Borràs-Comes" userId="e83ca080-b58f-4b39-a8e9-ab96c766dc1d" providerId="ADAL" clId="{23D38263-0DF7-4FF7-AADB-2D4F6B66A163}"/>
    <pc:docChg chg="undo redo custSel addSld delSld modSld sldOrd modMainMaster">
      <pc:chgData name="Joan Borràs-Comes" userId="e83ca080-b58f-4b39-a8e9-ab96c766dc1d" providerId="ADAL" clId="{23D38263-0DF7-4FF7-AADB-2D4F6B66A163}" dt="2026-03-26T12:40:10.095" v="3621" actId="1076"/>
      <pc:docMkLst>
        <pc:docMk/>
      </pc:docMkLst>
      <pc:sldChg chg="modSp mod">
        <pc:chgData name="Joan Borràs-Comes" userId="e83ca080-b58f-4b39-a8e9-ab96c766dc1d" providerId="ADAL" clId="{23D38263-0DF7-4FF7-AADB-2D4F6B66A163}" dt="2026-03-10T13:39:45.039" v="569" actId="14100"/>
        <pc:sldMkLst>
          <pc:docMk/>
          <pc:sldMk cId="1117032054" sldId="256"/>
        </pc:sldMkLst>
        <pc:spChg chg="mod">
          <ac:chgData name="Joan Borràs-Comes" userId="e83ca080-b58f-4b39-a8e9-ab96c766dc1d" providerId="ADAL" clId="{23D38263-0DF7-4FF7-AADB-2D4F6B66A163}" dt="2026-03-10T13:39:33.527" v="567" actId="14100"/>
          <ac:spMkLst>
            <pc:docMk/>
            <pc:sldMk cId="1117032054" sldId="256"/>
            <ac:spMk id="2" creationId="{EF75F305-4FA8-42E9-84ED-B75DD6607F58}"/>
          </ac:spMkLst>
        </pc:spChg>
        <pc:spChg chg="mod">
          <ac:chgData name="Joan Borràs-Comes" userId="e83ca080-b58f-4b39-a8e9-ab96c766dc1d" providerId="ADAL" clId="{23D38263-0DF7-4FF7-AADB-2D4F6B66A163}" dt="2026-03-10T13:39:45.039" v="569" actId="14100"/>
          <ac:spMkLst>
            <pc:docMk/>
            <pc:sldMk cId="1117032054" sldId="256"/>
            <ac:spMk id="3" creationId="{973855E2-DB1D-42BB-B1AC-26B4734BB1F7}"/>
          </ac:spMkLst>
        </pc:spChg>
      </pc:sldChg>
      <pc:sldChg chg="addSp delSp modSp del mod">
        <pc:chgData name="Joan Borràs-Comes" userId="e83ca080-b58f-4b39-a8e9-ab96c766dc1d" providerId="ADAL" clId="{23D38263-0DF7-4FF7-AADB-2D4F6B66A163}" dt="2026-03-10T13:35:08.670" v="453" actId="47"/>
        <pc:sldMkLst>
          <pc:docMk/>
          <pc:sldMk cId="2213463418" sldId="257"/>
        </pc:sldMkLst>
        <pc:spChg chg="add mod">
          <ac:chgData name="Joan Borràs-Comes" userId="e83ca080-b58f-4b39-a8e9-ab96c766dc1d" providerId="ADAL" clId="{23D38263-0DF7-4FF7-AADB-2D4F6B66A163}" dt="2026-03-10T13:34:57.382" v="449" actId="21"/>
          <ac:spMkLst>
            <pc:docMk/>
            <pc:sldMk cId="2213463418" sldId="257"/>
            <ac:spMk id="3" creationId="{FC84AF6D-D739-4258-BA0C-26D4F269640E}"/>
          </ac:spMkLst>
        </pc:spChg>
        <pc:spChg chg="mod">
          <ac:chgData name="Joan Borràs-Comes" userId="e83ca080-b58f-4b39-a8e9-ab96c766dc1d" providerId="ADAL" clId="{23D38263-0DF7-4FF7-AADB-2D4F6B66A163}" dt="2026-03-09T12:32:33.517" v="6" actId="20577"/>
          <ac:spMkLst>
            <pc:docMk/>
            <pc:sldMk cId="2213463418" sldId="257"/>
            <ac:spMk id="5" creationId="{102FD54D-12DB-487B-9431-DAE752A82ECF}"/>
          </ac:spMkLst>
        </pc:spChg>
        <pc:picChg chg="del">
          <ac:chgData name="Joan Borràs-Comes" userId="e83ca080-b58f-4b39-a8e9-ab96c766dc1d" providerId="ADAL" clId="{23D38263-0DF7-4FF7-AADB-2D4F6B66A163}" dt="2026-03-10T13:34:57.382" v="449" actId="21"/>
          <ac:picMkLst>
            <pc:docMk/>
            <pc:sldMk cId="2213463418" sldId="257"/>
            <ac:picMk id="7" creationId="{22AA47AE-D75A-474A-8D94-012D29B71D56}"/>
          </ac:picMkLst>
        </pc:picChg>
      </pc:sldChg>
      <pc:sldChg chg="addSp delSp modSp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4241159259" sldId="259"/>
        </pc:sldMkLst>
        <pc:spChg chg="add mod">
          <ac:chgData name="Joan Borràs-Comes" userId="e83ca080-b58f-4b39-a8e9-ab96c766dc1d" providerId="ADAL" clId="{23D38263-0DF7-4FF7-AADB-2D4F6B66A163}" dt="2026-03-10T13:33:46.846" v="435" actId="478"/>
          <ac:spMkLst>
            <pc:docMk/>
            <pc:sldMk cId="4241159259" sldId="259"/>
            <ac:spMk id="4" creationId="{4CC6FBF8-7374-41A2-9B4A-D0A7BC47C9F7}"/>
          </ac:spMkLst>
        </pc:spChg>
        <pc:spChg chg="del">
          <ac:chgData name="Joan Borràs-Comes" userId="e83ca080-b58f-4b39-a8e9-ab96c766dc1d" providerId="ADAL" clId="{23D38263-0DF7-4FF7-AADB-2D4F6B66A163}" dt="2026-03-10T13:33:21.685" v="429" actId="478"/>
          <ac:spMkLst>
            <pc:docMk/>
            <pc:sldMk cId="4241159259" sldId="259"/>
            <ac:spMk id="15" creationId="{D5CE12E9-1EA9-4F2C-B6FB-60F1A675D175}"/>
          </ac:spMkLst>
        </pc:spChg>
        <pc:picChg chg="del">
          <ac:chgData name="Joan Borràs-Comes" userId="e83ca080-b58f-4b39-a8e9-ab96c766dc1d" providerId="ADAL" clId="{23D38263-0DF7-4FF7-AADB-2D4F6B66A163}" dt="2026-03-10T13:33:46.846" v="435" actId="478"/>
          <ac:picMkLst>
            <pc:docMk/>
            <pc:sldMk cId="4241159259" sldId="259"/>
            <ac:picMk id="9" creationId="{3C9F6AD6-117B-49D4-9B11-23151040CDAB}"/>
          </ac:picMkLst>
        </pc:picChg>
        <pc:picChg chg="del">
          <ac:chgData name="Joan Borràs-Comes" userId="e83ca080-b58f-4b39-a8e9-ab96c766dc1d" providerId="ADAL" clId="{23D38263-0DF7-4FF7-AADB-2D4F6B66A163}" dt="2026-03-10T13:33:21.685" v="429" actId="478"/>
          <ac:picMkLst>
            <pc:docMk/>
            <pc:sldMk cId="4241159259" sldId="259"/>
            <ac:picMk id="13" creationId="{4CACA4C9-3FB1-4CDC-8477-21E14846E9EC}"/>
          </ac:picMkLst>
        </pc:picChg>
      </pc:sldChg>
      <pc:sldChg chg="addSp delSp modSp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222573645" sldId="261"/>
        </pc:sldMkLst>
        <pc:spChg chg="add mod">
          <ac:chgData name="Joan Borràs-Comes" userId="e83ca080-b58f-4b39-a8e9-ab96c766dc1d" providerId="ADAL" clId="{23D38263-0DF7-4FF7-AADB-2D4F6B66A163}" dt="2026-03-10T13:33:48.965" v="436" actId="478"/>
          <ac:spMkLst>
            <pc:docMk/>
            <pc:sldMk cId="222573645" sldId="261"/>
            <ac:spMk id="5" creationId="{6DCD6929-25EA-4166-ACE2-7F12739E5AF4}"/>
          </ac:spMkLst>
        </pc:spChg>
        <pc:spChg chg="del">
          <ac:chgData name="Joan Borràs-Comes" userId="e83ca080-b58f-4b39-a8e9-ab96c766dc1d" providerId="ADAL" clId="{23D38263-0DF7-4FF7-AADB-2D4F6B66A163}" dt="2026-03-10T13:33:26.345" v="430" actId="21"/>
          <ac:spMkLst>
            <pc:docMk/>
            <pc:sldMk cId="222573645" sldId="261"/>
            <ac:spMk id="11" creationId="{3A47ED1D-04BB-4041-A421-588B32EAEFFB}"/>
          </ac:spMkLst>
        </pc:spChg>
        <pc:picChg chg="del">
          <ac:chgData name="Joan Borràs-Comes" userId="e83ca080-b58f-4b39-a8e9-ab96c766dc1d" providerId="ADAL" clId="{23D38263-0DF7-4FF7-AADB-2D4F6B66A163}" dt="2026-03-10T13:33:48.965" v="436" actId="478"/>
          <ac:picMkLst>
            <pc:docMk/>
            <pc:sldMk cId="222573645" sldId="261"/>
            <ac:picMk id="7" creationId="{986CBE84-02E8-4ED1-A50F-4F1B2DDA9336}"/>
          </ac:picMkLst>
        </pc:picChg>
        <pc:picChg chg="del">
          <ac:chgData name="Joan Borràs-Comes" userId="e83ca080-b58f-4b39-a8e9-ab96c766dc1d" providerId="ADAL" clId="{23D38263-0DF7-4FF7-AADB-2D4F6B66A163}" dt="2026-03-10T13:33:26.345" v="430" actId="21"/>
          <ac:picMkLst>
            <pc:docMk/>
            <pc:sldMk cId="222573645" sldId="261"/>
            <ac:picMk id="9" creationId="{7B7EF838-65EC-44E9-B8ED-B4E05A53E4A1}"/>
          </ac:picMkLst>
        </pc:picChg>
      </pc:sldChg>
      <pc:sldChg chg="addSp delSp modSp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882590698" sldId="263"/>
        </pc:sldMkLst>
        <pc:spChg chg="add mod">
          <ac:chgData name="Joan Borràs-Comes" userId="e83ca080-b58f-4b39-a8e9-ab96c766dc1d" providerId="ADAL" clId="{23D38263-0DF7-4FF7-AADB-2D4F6B66A163}" dt="2026-03-10T13:33:45.436" v="434" actId="478"/>
          <ac:spMkLst>
            <pc:docMk/>
            <pc:sldMk cId="882590698" sldId="263"/>
            <ac:spMk id="5" creationId="{FEFE6095-2B36-40D1-9CE7-5DFAD371DE5B}"/>
          </ac:spMkLst>
        </pc:spChg>
        <pc:spChg chg="del">
          <ac:chgData name="Joan Borràs-Comes" userId="e83ca080-b58f-4b39-a8e9-ab96c766dc1d" providerId="ADAL" clId="{23D38263-0DF7-4FF7-AADB-2D4F6B66A163}" dt="2026-03-10T13:33:01.986" v="427" actId="478"/>
          <ac:spMkLst>
            <pc:docMk/>
            <pc:sldMk cId="882590698" sldId="263"/>
            <ac:spMk id="10" creationId="{104CE4A2-18C8-429D-9381-37CE32A33BA0}"/>
          </ac:spMkLst>
        </pc:spChg>
        <pc:picChg chg="del">
          <ac:chgData name="Joan Borràs-Comes" userId="e83ca080-b58f-4b39-a8e9-ab96c766dc1d" providerId="ADAL" clId="{23D38263-0DF7-4FF7-AADB-2D4F6B66A163}" dt="2026-03-10T13:33:45.436" v="434" actId="478"/>
          <ac:picMkLst>
            <pc:docMk/>
            <pc:sldMk cId="882590698" sldId="263"/>
            <ac:picMk id="6" creationId="{EAA1696F-A62F-44DB-8D69-BC8335738EF4}"/>
          </ac:picMkLst>
        </pc:picChg>
        <pc:picChg chg="del">
          <ac:chgData name="Joan Borràs-Comes" userId="e83ca080-b58f-4b39-a8e9-ab96c766dc1d" providerId="ADAL" clId="{23D38263-0DF7-4FF7-AADB-2D4F6B66A163}" dt="2026-03-10T13:33:01.986" v="427" actId="478"/>
          <ac:picMkLst>
            <pc:docMk/>
            <pc:sldMk cId="882590698" sldId="263"/>
            <ac:picMk id="8" creationId="{58B740E0-7544-4E6A-9972-A9B38692640A}"/>
          </ac:picMkLst>
        </pc:picChg>
      </pc:sldChg>
      <pc:sldChg chg="addSp delSp modSp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1800411582" sldId="265"/>
        </pc:sldMkLst>
        <pc:spChg chg="add mod">
          <ac:chgData name="Joan Borràs-Comes" userId="e83ca080-b58f-4b39-a8e9-ab96c766dc1d" providerId="ADAL" clId="{23D38263-0DF7-4FF7-AADB-2D4F6B66A163}" dt="2026-03-10T13:33:55.725" v="438" actId="21"/>
          <ac:spMkLst>
            <pc:docMk/>
            <pc:sldMk cId="1800411582" sldId="265"/>
            <ac:spMk id="5" creationId="{2F72F2AB-DB26-462D-A039-8880724677A7}"/>
          </ac:spMkLst>
        </pc:spChg>
        <pc:spChg chg="del">
          <ac:chgData name="Joan Borràs-Comes" userId="e83ca080-b58f-4b39-a8e9-ab96c766dc1d" providerId="ADAL" clId="{23D38263-0DF7-4FF7-AADB-2D4F6B66A163}" dt="2026-03-10T13:33:55.725" v="438" actId="21"/>
          <ac:spMkLst>
            <pc:docMk/>
            <pc:sldMk cId="1800411582" sldId="265"/>
            <ac:spMk id="8" creationId="{65CF1F76-1624-4713-8C10-678603D7E0C3}"/>
          </ac:spMkLst>
        </pc:spChg>
        <pc:picChg chg="del">
          <ac:chgData name="Joan Borràs-Comes" userId="e83ca080-b58f-4b39-a8e9-ab96c766dc1d" providerId="ADAL" clId="{23D38263-0DF7-4FF7-AADB-2D4F6B66A163}" dt="2026-03-10T13:33:55.725" v="438" actId="21"/>
          <ac:picMkLst>
            <pc:docMk/>
            <pc:sldMk cId="1800411582" sldId="265"/>
            <ac:picMk id="6" creationId="{F1381C95-57E4-44D7-8633-B5F6562838EF}"/>
          </ac:picMkLst>
        </pc:picChg>
      </pc:sldChg>
      <pc:sldChg chg="addSp delSp modSp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855602276" sldId="266"/>
        </pc:sldMkLst>
        <pc:spChg chg="add mod">
          <ac:chgData name="Joan Borràs-Comes" userId="e83ca080-b58f-4b39-a8e9-ab96c766dc1d" providerId="ADAL" clId="{23D38263-0DF7-4FF7-AADB-2D4F6B66A163}" dt="2026-03-10T13:33:52.239" v="437" actId="478"/>
          <ac:spMkLst>
            <pc:docMk/>
            <pc:sldMk cId="855602276" sldId="266"/>
            <ac:spMk id="5" creationId="{C76AEF73-2DE4-4F12-A10C-D53160A71B61}"/>
          </ac:spMkLst>
        </pc:spChg>
        <pc:spChg chg="del">
          <ac:chgData name="Joan Borràs-Comes" userId="e83ca080-b58f-4b39-a8e9-ab96c766dc1d" providerId="ADAL" clId="{23D38263-0DF7-4FF7-AADB-2D4F6B66A163}" dt="2026-03-10T13:34:06.240" v="440" actId="21"/>
          <ac:spMkLst>
            <pc:docMk/>
            <pc:sldMk cId="855602276" sldId="266"/>
            <ac:spMk id="10" creationId="{C6AF2E51-F782-4E13-BC5D-DE9198D7D2E6}"/>
          </ac:spMkLst>
        </pc:spChg>
        <pc:picChg chg="del">
          <ac:chgData name="Joan Borràs-Comes" userId="e83ca080-b58f-4b39-a8e9-ab96c766dc1d" providerId="ADAL" clId="{23D38263-0DF7-4FF7-AADB-2D4F6B66A163}" dt="2026-03-10T13:33:52.239" v="437" actId="478"/>
          <ac:picMkLst>
            <pc:docMk/>
            <pc:sldMk cId="855602276" sldId="266"/>
            <ac:picMk id="6" creationId="{C35D9C8D-3320-40DE-B21A-7572447BFABF}"/>
          </ac:picMkLst>
        </pc:picChg>
        <pc:picChg chg="del">
          <ac:chgData name="Joan Borràs-Comes" userId="e83ca080-b58f-4b39-a8e9-ab96c766dc1d" providerId="ADAL" clId="{23D38263-0DF7-4FF7-AADB-2D4F6B66A163}" dt="2026-03-10T13:34:06.240" v="440" actId="21"/>
          <ac:picMkLst>
            <pc:docMk/>
            <pc:sldMk cId="855602276" sldId="266"/>
            <ac:picMk id="8" creationId="{022D37F3-B044-49DF-BFC0-2AC49C9A9C3B}"/>
          </ac:picMkLst>
        </pc:picChg>
      </pc:sldChg>
      <pc:sldChg chg="modSp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3560645549" sldId="267"/>
        </pc:sldMkLst>
        <pc:spChg chg="mod">
          <ac:chgData name="Joan Borràs-Comes" userId="e83ca080-b58f-4b39-a8e9-ab96c766dc1d" providerId="ADAL" clId="{23D38263-0DF7-4FF7-AADB-2D4F6B66A163}" dt="2026-03-09T12:32:44.524" v="7" actId="6549"/>
          <ac:spMkLst>
            <pc:docMk/>
            <pc:sldMk cId="3560645549" sldId="267"/>
            <ac:spMk id="2" creationId="{C62A7B39-DA71-4806-8C80-7F28ACBD32FD}"/>
          </ac:spMkLst>
        </pc:spChg>
        <pc:spChg chg="mod">
          <ac:chgData name="Joan Borràs-Comes" userId="e83ca080-b58f-4b39-a8e9-ab96c766dc1d" providerId="ADAL" clId="{23D38263-0DF7-4FF7-AADB-2D4F6B66A163}" dt="2026-03-09T13:06:03.368" v="27" actId="20577"/>
          <ac:spMkLst>
            <pc:docMk/>
            <pc:sldMk cId="3560645549" sldId="267"/>
            <ac:spMk id="3" creationId="{231CD6FB-AB56-4F18-BCC7-6599BBC5FB87}"/>
          </ac:spMkLst>
        </pc:spChg>
      </pc:sldChg>
      <pc:sldChg chg="del">
        <pc:chgData name="Joan Borràs-Comes" userId="e83ca080-b58f-4b39-a8e9-ab96c766dc1d" providerId="ADAL" clId="{23D38263-0DF7-4FF7-AADB-2D4F6B66A163}" dt="2026-03-10T13:34:44.906" v="447" actId="47"/>
        <pc:sldMkLst>
          <pc:docMk/>
          <pc:sldMk cId="419510470" sldId="268"/>
        </pc:sldMkLst>
      </pc:sldChg>
      <pc:sldChg chg="del">
        <pc:chgData name="Joan Borràs-Comes" userId="e83ca080-b58f-4b39-a8e9-ab96c766dc1d" providerId="ADAL" clId="{23D38263-0DF7-4FF7-AADB-2D4F6B66A163}" dt="2026-03-10T13:34:44.906" v="447" actId="47"/>
        <pc:sldMkLst>
          <pc:docMk/>
          <pc:sldMk cId="2106788050" sldId="269"/>
        </pc:sldMkLst>
      </pc:sldChg>
      <pc:sldChg chg="modSp new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321914348" sldId="270"/>
        </pc:sldMkLst>
        <pc:spChg chg="mod">
          <ac:chgData name="Joan Borràs-Comes" userId="e83ca080-b58f-4b39-a8e9-ab96c766dc1d" providerId="ADAL" clId="{23D38263-0DF7-4FF7-AADB-2D4F6B66A163}" dt="2026-03-10T09:59:27.197" v="40" actId="20577"/>
          <ac:spMkLst>
            <pc:docMk/>
            <pc:sldMk cId="321914348" sldId="270"/>
            <ac:spMk id="2" creationId="{6B5BA290-DB3E-4748-9758-C4C5D72A9AD2}"/>
          </ac:spMkLst>
        </pc:spChg>
        <pc:spChg chg="mod">
          <ac:chgData name="Joan Borràs-Comes" userId="e83ca080-b58f-4b39-a8e9-ab96c766dc1d" providerId="ADAL" clId="{23D38263-0DF7-4FF7-AADB-2D4F6B66A163}" dt="2026-03-10T10:01:38.622" v="85"/>
          <ac:spMkLst>
            <pc:docMk/>
            <pc:sldMk cId="321914348" sldId="270"/>
            <ac:spMk id="3" creationId="{0DF23743-8DCB-42B8-A42B-57DEDF139DC7}"/>
          </ac:spMkLst>
        </pc:spChg>
      </pc:sldChg>
      <pc:sldChg chg="addSp delSp modSp new del mod">
        <pc:chgData name="Joan Borràs-Comes" userId="e83ca080-b58f-4b39-a8e9-ab96c766dc1d" providerId="ADAL" clId="{23D38263-0DF7-4FF7-AADB-2D4F6B66A163}" dt="2026-03-10T13:34:44.906" v="447" actId="47"/>
        <pc:sldMkLst>
          <pc:docMk/>
          <pc:sldMk cId="1928921296" sldId="271"/>
        </pc:sldMkLst>
        <pc:spChg chg="mod">
          <ac:chgData name="Joan Borràs-Comes" userId="e83ca080-b58f-4b39-a8e9-ab96c766dc1d" providerId="ADAL" clId="{23D38263-0DF7-4FF7-AADB-2D4F6B66A163}" dt="2026-03-10T10:02:41.383" v="96" actId="20577"/>
          <ac:spMkLst>
            <pc:docMk/>
            <pc:sldMk cId="1928921296" sldId="271"/>
            <ac:spMk id="2" creationId="{044466E5-E6AF-4E5C-A497-5D2DF695CA4C}"/>
          </ac:spMkLst>
        </pc:spChg>
        <pc:spChg chg="add del mod">
          <ac:chgData name="Joan Borràs-Comes" userId="e83ca080-b58f-4b39-a8e9-ab96c766dc1d" providerId="ADAL" clId="{23D38263-0DF7-4FF7-AADB-2D4F6B66A163}" dt="2026-03-10T10:03:45.877" v="116" actId="27636"/>
          <ac:spMkLst>
            <pc:docMk/>
            <pc:sldMk cId="1928921296" sldId="271"/>
            <ac:spMk id="3" creationId="{E84B5C5C-2B13-4A4E-AC5F-069D48398A8B}"/>
          </ac:spMkLst>
        </pc:spChg>
        <pc:spChg chg="add del mod">
          <ac:chgData name="Joan Borràs-Comes" userId="e83ca080-b58f-4b39-a8e9-ab96c766dc1d" providerId="ADAL" clId="{23D38263-0DF7-4FF7-AADB-2D4F6B66A163}" dt="2026-03-10T10:03:05.126" v="98"/>
          <ac:spMkLst>
            <pc:docMk/>
            <pc:sldMk cId="1928921296" sldId="271"/>
            <ac:spMk id="4" creationId="{7DC794AF-B630-402C-A3AE-E78C97141FA9}"/>
          </ac:spMkLst>
        </pc:spChg>
        <pc:spChg chg="add del mod">
          <ac:chgData name="Joan Borràs-Comes" userId="e83ca080-b58f-4b39-a8e9-ab96c766dc1d" providerId="ADAL" clId="{23D38263-0DF7-4FF7-AADB-2D4F6B66A163}" dt="2026-03-10T10:03:07.623" v="100"/>
          <ac:spMkLst>
            <pc:docMk/>
            <pc:sldMk cId="1928921296" sldId="271"/>
            <ac:spMk id="5" creationId="{3BCE8428-DC2E-4C27-A904-4CC6CBF60395}"/>
          </ac:spMkLst>
        </pc:spChg>
      </pc:sldChg>
      <pc:sldChg chg="addSp delSp modSp new mod ord modClrScheme chgLayout">
        <pc:chgData name="Joan Borràs-Comes" userId="e83ca080-b58f-4b39-a8e9-ab96c766dc1d" providerId="ADAL" clId="{23D38263-0DF7-4FF7-AADB-2D4F6B66A163}" dt="2026-03-26T12:40:10.095" v="3621" actId="1076"/>
        <pc:sldMkLst>
          <pc:docMk/>
          <pc:sldMk cId="1983211325" sldId="272"/>
        </pc:sldMkLst>
        <pc:spChg chg="del mod ord">
          <ac:chgData name="Joan Borràs-Comes" userId="e83ca080-b58f-4b39-a8e9-ab96c766dc1d" providerId="ADAL" clId="{23D38263-0DF7-4FF7-AADB-2D4F6B66A163}" dt="2026-03-10T13:20:58.615" v="186" actId="700"/>
          <ac:spMkLst>
            <pc:docMk/>
            <pc:sldMk cId="1983211325" sldId="272"/>
            <ac:spMk id="2" creationId="{14A5DF06-5B07-44CD-AFDB-C5888DA7971E}"/>
          </ac:spMkLst>
        </pc:spChg>
        <pc:spChg chg="add del mod">
          <ac:chgData name="Joan Borràs-Comes" userId="e83ca080-b58f-4b39-a8e9-ab96c766dc1d" providerId="ADAL" clId="{23D38263-0DF7-4FF7-AADB-2D4F6B66A163}" dt="2026-03-13T12:59:33.525" v="3042" actId="6264"/>
          <ac:spMkLst>
            <pc:docMk/>
            <pc:sldMk cId="1983211325" sldId="272"/>
            <ac:spMk id="3" creationId="{562F8226-8771-4FB5-BCD7-D9F784839860}"/>
          </ac:spMkLst>
        </pc:spChg>
        <pc:spChg chg="del mod ord">
          <ac:chgData name="Joan Borràs-Comes" userId="e83ca080-b58f-4b39-a8e9-ab96c766dc1d" providerId="ADAL" clId="{23D38263-0DF7-4FF7-AADB-2D4F6B66A163}" dt="2026-03-10T13:20:58.615" v="186" actId="700"/>
          <ac:spMkLst>
            <pc:docMk/>
            <pc:sldMk cId="1983211325" sldId="272"/>
            <ac:spMk id="3" creationId="{77D065A3-6E1E-4A85-AF35-592E8E9661A0}"/>
          </ac:spMkLst>
        </pc:spChg>
        <pc:spChg chg="del">
          <ac:chgData name="Joan Borràs-Comes" userId="e83ca080-b58f-4b39-a8e9-ab96c766dc1d" providerId="ADAL" clId="{23D38263-0DF7-4FF7-AADB-2D4F6B66A163}" dt="2026-03-10T13:20:58.615" v="186" actId="700"/>
          <ac:spMkLst>
            <pc:docMk/>
            <pc:sldMk cId="1983211325" sldId="272"/>
            <ac:spMk id="4" creationId="{2F90A8A0-2E20-4A6B-907A-D1C4A47BEAE4}"/>
          </ac:spMkLst>
        </pc:spChg>
        <pc:spChg chg="add del mod">
          <ac:chgData name="Joan Borràs-Comes" userId="e83ca080-b58f-4b39-a8e9-ab96c766dc1d" providerId="ADAL" clId="{23D38263-0DF7-4FF7-AADB-2D4F6B66A163}" dt="2026-03-13T12:59:33.525" v="3042" actId="6264"/>
          <ac:spMkLst>
            <pc:docMk/>
            <pc:sldMk cId="1983211325" sldId="272"/>
            <ac:spMk id="4" creationId="{DA77E11B-96AB-412B-BFAB-B9A574624BB4}"/>
          </ac:spMkLst>
        </pc:spChg>
        <pc:spChg chg="add mod ord">
          <ac:chgData name="Joan Borràs-Comes" userId="e83ca080-b58f-4b39-a8e9-ab96c766dc1d" providerId="ADAL" clId="{23D38263-0DF7-4FF7-AADB-2D4F6B66A163}" dt="2026-03-13T12:59:33.525" v="3042" actId="6264"/>
          <ac:spMkLst>
            <pc:docMk/>
            <pc:sldMk cId="1983211325" sldId="272"/>
            <ac:spMk id="5" creationId="{A7DA267F-36A0-45F3-8176-C37B194BF853}"/>
          </ac:spMkLst>
        </pc:spChg>
        <pc:spChg chg="add mod ord">
          <ac:chgData name="Joan Borràs-Comes" userId="e83ca080-b58f-4b39-a8e9-ab96c766dc1d" providerId="ADAL" clId="{23D38263-0DF7-4FF7-AADB-2D4F6B66A163}" dt="2026-03-13T13:02:57.243" v="3100" actId="6549"/>
          <ac:spMkLst>
            <pc:docMk/>
            <pc:sldMk cId="1983211325" sldId="272"/>
            <ac:spMk id="6" creationId="{41D49B2D-8B49-4DF8-A99A-DF04537C0F99}"/>
          </ac:spMkLst>
        </pc:spChg>
        <pc:spChg chg="add mod">
          <ac:chgData name="Joan Borràs-Comes" userId="e83ca080-b58f-4b39-a8e9-ab96c766dc1d" providerId="ADAL" clId="{23D38263-0DF7-4FF7-AADB-2D4F6B66A163}" dt="2026-03-13T12:52:39.031" v="2987" actId="571"/>
          <ac:spMkLst>
            <pc:docMk/>
            <pc:sldMk cId="1983211325" sldId="272"/>
            <ac:spMk id="8" creationId="{14E1AF2F-EC20-4EE4-BDC5-B463F25DAADB}"/>
          </ac:spMkLst>
        </pc:spChg>
        <pc:spChg chg="add del mod">
          <ac:chgData name="Joan Borràs-Comes" userId="e83ca080-b58f-4b39-a8e9-ab96c766dc1d" providerId="ADAL" clId="{23D38263-0DF7-4FF7-AADB-2D4F6B66A163}" dt="2026-03-13T12:55:01.716" v="3003" actId="21"/>
          <ac:spMkLst>
            <pc:docMk/>
            <pc:sldMk cId="1983211325" sldId="272"/>
            <ac:spMk id="9" creationId="{5F9ED8A7-F309-4D78-A53B-69966E341339}"/>
          </ac:spMkLst>
        </pc:spChg>
        <pc:spChg chg="add del mod">
          <ac:chgData name="Joan Borràs-Comes" userId="e83ca080-b58f-4b39-a8e9-ab96c766dc1d" providerId="ADAL" clId="{23D38263-0DF7-4FF7-AADB-2D4F6B66A163}" dt="2026-03-13T12:59:39.435" v="3045" actId="478"/>
          <ac:spMkLst>
            <pc:docMk/>
            <pc:sldMk cId="1983211325" sldId="272"/>
            <ac:spMk id="10" creationId="{37C226D0-A320-45F7-80C9-1E0E4F13843F}"/>
          </ac:spMkLst>
        </pc:spChg>
        <pc:picChg chg="add mod">
          <ac:chgData name="Joan Borràs-Comes" userId="e83ca080-b58f-4b39-a8e9-ab96c766dc1d" providerId="ADAL" clId="{23D38263-0DF7-4FF7-AADB-2D4F6B66A163}" dt="2026-03-26T12:40:10.095" v="3621" actId="1076"/>
          <ac:picMkLst>
            <pc:docMk/>
            <pc:sldMk cId="1983211325" sldId="272"/>
            <ac:picMk id="7" creationId="{55D03C11-3D30-4056-B6E5-F114186494DD}"/>
          </ac:picMkLst>
        </pc:picChg>
      </pc:sldChg>
      <pc:sldChg chg="modSp new mod">
        <pc:chgData name="Joan Borràs-Comes" userId="e83ca080-b58f-4b39-a8e9-ab96c766dc1d" providerId="ADAL" clId="{23D38263-0DF7-4FF7-AADB-2D4F6B66A163}" dt="2026-03-13T13:06:08.446" v="3170" actId="113"/>
        <pc:sldMkLst>
          <pc:docMk/>
          <pc:sldMk cId="361063897" sldId="273"/>
        </pc:sldMkLst>
        <pc:spChg chg="mod">
          <ac:chgData name="Joan Borràs-Comes" userId="e83ca080-b58f-4b39-a8e9-ab96c766dc1d" providerId="ADAL" clId="{23D38263-0DF7-4FF7-AADB-2D4F6B66A163}" dt="2026-03-10T13:22:38.465" v="215" actId="790"/>
          <ac:spMkLst>
            <pc:docMk/>
            <pc:sldMk cId="361063897" sldId="273"/>
            <ac:spMk id="2" creationId="{E036A544-C1A0-4204-9757-90254F711E41}"/>
          </ac:spMkLst>
        </pc:spChg>
        <pc:spChg chg="mod">
          <ac:chgData name="Joan Borràs-Comes" userId="e83ca080-b58f-4b39-a8e9-ab96c766dc1d" providerId="ADAL" clId="{23D38263-0DF7-4FF7-AADB-2D4F6B66A163}" dt="2026-03-13T13:06:08.446" v="3170" actId="113"/>
          <ac:spMkLst>
            <pc:docMk/>
            <pc:sldMk cId="361063897" sldId="273"/>
            <ac:spMk id="3" creationId="{D1E35B62-0D46-4BA6-94D7-45EFCC42F95E}"/>
          </ac:spMkLst>
        </pc:spChg>
      </pc:sldChg>
      <pc:sldChg chg="modSp new mod">
        <pc:chgData name="Joan Borràs-Comes" userId="e83ca080-b58f-4b39-a8e9-ab96c766dc1d" providerId="ADAL" clId="{23D38263-0DF7-4FF7-AADB-2D4F6B66A163}" dt="2026-03-13T13:08:26.909" v="3192" actId="27636"/>
        <pc:sldMkLst>
          <pc:docMk/>
          <pc:sldMk cId="3116316496" sldId="274"/>
        </pc:sldMkLst>
        <pc:spChg chg="mod">
          <ac:chgData name="Joan Borràs-Comes" userId="e83ca080-b58f-4b39-a8e9-ab96c766dc1d" providerId="ADAL" clId="{23D38263-0DF7-4FF7-AADB-2D4F6B66A163}" dt="2026-03-10T13:40:05.497" v="570" actId="790"/>
          <ac:spMkLst>
            <pc:docMk/>
            <pc:sldMk cId="3116316496" sldId="274"/>
            <ac:spMk id="2" creationId="{29E10576-9221-41B2-9DD4-EF4F2DE09B8C}"/>
          </ac:spMkLst>
        </pc:spChg>
        <pc:spChg chg="mod">
          <ac:chgData name="Joan Borràs-Comes" userId="e83ca080-b58f-4b39-a8e9-ab96c766dc1d" providerId="ADAL" clId="{23D38263-0DF7-4FF7-AADB-2D4F6B66A163}" dt="2026-03-13T13:08:26.909" v="3192" actId="27636"/>
          <ac:spMkLst>
            <pc:docMk/>
            <pc:sldMk cId="3116316496" sldId="274"/>
            <ac:spMk id="3" creationId="{6B402E2B-0CE8-427A-A208-F6178B18BFCF}"/>
          </ac:spMkLst>
        </pc:spChg>
      </pc:sldChg>
      <pc:sldChg chg="addSp delSp modSp new mod">
        <pc:chgData name="Joan Borràs-Comes" userId="e83ca080-b58f-4b39-a8e9-ab96c766dc1d" providerId="ADAL" clId="{23D38263-0DF7-4FF7-AADB-2D4F6B66A163}" dt="2026-03-13T13:15:27.014" v="3536" actId="20577"/>
        <pc:sldMkLst>
          <pc:docMk/>
          <pc:sldMk cId="2970351343" sldId="275"/>
        </pc:sldMkLst>
        <pc:spChg chg="mod">
          <ac:chgData name="Joan Borràs-Comes" userId="e83ca080-b58f-4b39-a8e9-ab96c766dc1d" providerId="ADAL" clId="{23D38263-0DF7-4FF7-AADB-2D4F6B66A163}" dt="2026-03-10T13:40:21.029" v="573" actId="790"/>
          <ac:spMkLst>
            <pc:docMk/>
            <pc:sldMk cId="2970351343" sldId="275"/>
            <ac:spMk id="2" creationId="{624C4E02-7E97-4E79-AD51-7C7001B62527}"/>
          </ac:spMkLst>
        </pc:spChg>
        <pc:spChg chg="add del mod">
          <ac:chgData name="Joan Borràs-Comes" userId="e83ca080-b58f-4b39-a8e9-ab96c766dc1d" providerId="ADAL" clId="{23D38263-0DF7-4FF7-AADB-2D4F6B66A163}" dt="2026-03-13T13:15:27.014" v="3536" actId="20577"/>
          <ac:spMkLst>
            <pc:docMk/>
            <pc:sldMk cId="2970351343" sldId="275"/>
            <ac:spMk id="3" creationId="{7DCA009F-AEBD-4B7B-A183-DA74F8636934}"/>
          </ac:spMkLst>
        </pc:spChg>
        <pc:spChg chg="add del mod">
          <ac:chgData name="Joan Borràs-Comes" userId="e83ca080-b58f-4b39-a8e9-ab96c766dc1d" providerId="ADAL" clId="{23D38263-0DF7-4FF7-AADB-2D4F6B66A163}" dt="2026-03-10T13:23:31.035" v="227"/>
          <ac:spMkLst>
            <pc:docMk/>
            <pc:sldMk cId="2970351343" sldId="275"/>
            <ac:spMk id="4" creationId="{0A8F3DEF-7DFE-46E1-B534-14A2E03116E9}"/>
          </ac:spMkLst>
        </pc:spChg>
        <pc:spChg chg="add del mod">
          <ac:chgData name="Joan Borràs-Comes" userId="e83ca080-b58f-4b39-a8e9-ab96c766dc1d" providerId="ADAL" clId="{23D38263-0DF7-4FF7-AADB-2D4F6B66A163}" dt="2026-03-10T13:23:33.568" v="229"/>
          <ac:spMkLst>
            <pc:docMk/>
            <pc:sldMk cId="2970351343" sldId="275"/>
            <ac:spMk id="5" creationId="{CF73162A-5A65-474A-AD59-553927BD16DD}"/>
          </ac:spMkLst>
        </pc:spChg>
      </pc:sldChg>
      <pc:sldChg chg="addSp delSp modSp new mod">
        <pc:chgData name="Joan Borràs-Comes" userId="e83ca080-b58f-4b39-a8e9-ab96c766dc1d" providerId="ADAL" clId="{23D38263-0DF7-4FF7-AADB-2D4F6B66A163}" dt="2026-03-13T13:17:20.616" v="3550" actId="12"/>
        <pc:sldMkLst>
          <pc:docMk/>
          <pc:sldMk cId="3836648990" sldId="276"/>
        </pc:sldMkLst>
        <pc:spChg chg="mod">
          <ac:chgData name="Joan Borràs-Comes" userId="e83ca080-b58f-4b39-a8e9-ab96c766dc1d" providerId="ADAL" clId="{23D38263-0DF7-4FF7-AADB-2D4F6B66A163}" dt="2026-03-10T13:40:23.323" v="574" actId="790"/>
          <ac:spMkLst>
            <pc:docMk/>
            <pc:sldMk cId="3836648990" sldId="276"/>
            <ac:spMk id="2" creationId="{939FBF99-E992-4905-BAD7-E50AB6846780}"/>
          </ac:spMkLst>
        </pc:spChg>
        <pc:spChg chg="mod">
          <ac:chgData name="Joan Borràs-Comes" userId="e83ca080-b58f-4b39-a8e9-ab96c766dc1d" providerId="ADAL" clId="{23D38263-0DF7-4FF7-AADB-2D4F6B66A163}" dt="2026-03-13T13:17:20.616" v="3550" actId="12"/>
          <ac:spMkLst>
            <pc:docMk/>
            <pc:sldMk cId="3836648990" sldId="276"/>
            <ac:spMk id="3" creationId="{365DF453-E8AE-496F-B76E-7E3E6543B397}"/>
          </ac:spMkLst>
        </pc:spChg>
        <pc:spChg chg="add del">
          <ac:chgData name="Joan Borràs-Comes" userId="e83ca080-b58f-4b39-a8e9-ab96c766dc1d" providerId="ADAL" clId="{23D38263-0DF7-4FF7-AADB-2D4F6B66A163}" dt="2026-03-10T13:25:04.395" v="273" actId="22"/>
          <ac:spMkLst>
            <pc:docMk/>
            <pc:sldMk cId="3836648990" sldId="276"/>
            <ac:spMk id="5" creationId="{B6F162B0-5810-4D6A-AC63-8A69C37070D8}"/>
          </ac:spMkLst>
        </pc:spChg>
      </pc:sldChg>
      <pc:sldChg chg="addSp delSp modSp new mod chgLayout">
        <pc:chgData name="Joan Borràs-Comes" userId="e83ca080-b58f-4b39-a8e9-ab96c766dc1d" providerId="ADAL" clId="{23D38263-0DF7-4FF7-AADB-2D4F6B66A163}" dt="2026-03-13T13:17:49.931" v="3551" actId="207"/>
        <pc:sldMkLst>
          <pc:docMk/>
          <pc:sldMk cId="2742475196" sldId="277"/>
        </pc:sldMkLst>
        <pc:spChg chg="mod ord">
          <ac:chgData name="Joan Borràs-Comes" userId="e83ca080-b58f-4b39-a8e9-ab96c766dc1d" providerId="ADAL" clId="{23D38263-0DF7-4FF7-AADB-2D4F6B66A163}" dt="2026-03-12T11:50:03.900" v="969" actId="6264"/>
          <ac:spMkLst>
            <pc:docMk/>
            <pc:sldMk cId="2742475196" sldId="277"/>
            <ac:spMk id="2" creationId="{E1885327-4DFD-4533-8806-D34EC1EBEA1D}"/>
          </ac:spMkLst>
        </pc:spChg>
        <pc:spChg chg="mod ord">
          <ac:chgData name="Joan Borràs-Comes" userId="e83ca080-b58f-4b39-a8e9-ab96c766dc1d" providerId="ADAL" clId="{23D38263-0DF7-4FF7-AADB-2D4F6B66A163}" dt="2026-03-13T13:17:49.931" v="3551" actId="207"/>
          <ac:spMkLst>
            <pc:docMk/>
            <pc:sldMk cId="2742475196" sldId="277"/>
            <ac:spMk id="3" creationId="{52208524-1984-42FD-A86B-9732EAA71325}"/>
          </ac:spMkLst>
        </pc:spChg>
        <pc:spChg chg="add del mod ord">
          <ac:chgData name="Joan Borràs-Comes" userId="e83ca080-b58f-4b39-a8e9-ab96c766dc1d" providerId="ADAL" clId="{23D38263-0DF7-4FF7-AADB-2D4F6B66A163}" dt="2026-03-12T10:37:39.085" v="767" actId="21"/>
          <ac:spMkLst>
            <pc:docMk/>
            <pc:sldMk cId="2742475196" sldId="277"/>
            <ac:spMk id="5" creationId="{C2922FE3-287C-400E-8650-EBAA8E564A01}"/>
          </ac:spMkLst>
        </pc:spChg>
        <pc:spChg chg="add del mod">
          <ac:chgData name="Joan Borràs-Comes" userId="e83ca080-b58f-4b39-a8e9-ab96c766dc1d" providerId="ADAL" clId="{23D38263-0DF7-4FF7-AADB-2D4F6B66A163}" dt="2026-03-12T10:39:01.291" v="787" actId="6264"/>
          <ac:spMkLst>
            <pc:docMk/>
            <pc:sldMk cId="2742475196" sldId="277"/>
            <ac:spMk id="8" creationId="{703999A8-E73E-4B12-B647-82E20466C713}"/>
          </ac:spMkLst>
        </pc:spChg>
        <pc:spChg chg="add del mod">
          <ac:chgData name="Joan Borràs-Comes" userId="e83ca080-b58f-4b39-a8e9-ab96c766dc1d" providerId="ADAL" clId="{23D38263-0DF7-4FF7-AADB-2D4F6B66A163}" dt="2026-03-12T10:39:01.291" v="787" actId="6264"/>
          <ac:spMkLst>
            <pc:docMk/>
            <pc:sldMk cId="2742475196" sldId="277"/>
            <ac:spMk id="9" creationId="{86976A2C-3246-42BA-BE96-F53F41F5E5A5}"/>
          </ac:spMkLst>
        </pc:spChg>
        <pc:spChg chg="add del mod">
          <ac:chgData name="Joan Borràs-Comes" userId="e83ca080-b58f-4b39-a8e9-ab96c766dc1d" providerId="ADAL" clId="{23D38263-0DF7-4FF7-AADB-2D4F6B66A163}" dt="2026-03-12T10:39:12.811" v="792" actId="6264"/>
          <ac:spMkLst>
            <pc:docMk/>
            <pc:sldMk cId="2742475196" sldId="277"/>
            <ac:spMk id="10" creationId="{3367DE93-C7AE-4F40-9927-9BDF6A7F9563}"/>
          </ac:spMkLst>
        </pc:spChg>
        <pc:spChg chg="add del mod">
          <ac:chgData name="Joan Borràs-Comes" userId="e83ca080-b58f-4b39-a8e9-ab96c766dc1d" providerId="ADAL" clId="{23D38263-0DF7-4FF7-AADB-2D4F6B66A163}" dt="2026-03-12T10:39:12.811" v="792" actId="6264"/>
          <ac:spMkLst>
            <pc:docMk/>
            <pc:sldMk cId="2742475196" sldId="277"/>
            <ac:spMk id="11" creationId="{424668D8-AD00-487B-A0BE-C3A7E91B4400}"/>
          </ac:spMkLst>
        </pc:spChg>
        <pc:spChg chg="add del mod">
          <ac:chgData name="Joan Borràs-Comes" userId="e83ca080-b58f-4b39-a8e9-ab96c766dc1d" providerId="ADAL" clId="{23D38263-0DF7-4FF7-AADB-2D4F6B66A163}" dt="2026-03-12T10:39:19.521" v="795" actId="6264"/>
          <ac:spMkLst>
            <pc:docMk/>
            <pc:sldMk cId="2742475196" sldId="277"/>
            <ac:spMk id="12" creationId="{20D682AA-4EB5-41AA-803A-7F44F404F8DF}"/>
          </ac:spMkLst>
        </pc:spChg>
        <pc:spChg chg="add del mod">
          <ac:chgData name="Joan Borràs-Comes" userId="e83ca080-b58f-4b39-a8e9-ab96c766dc1d" providerId="ADAL" clId="{23D38263-0DF7-4FF7-AADB-2D4F6B66A163}" dt="2026-03-12T10:39:19.521" v="795" actId="6264"/>
          <ac:spMkLst>
            <pc:docMk/>
            <pc:sldMk cId="2742475196" sldId="277"/>
            <ac:spMk id="13" creationId="{59E386C1-24B3-4041-94AB-4DB6FB6ACD49}"/>
          </ac:spMkLst>
        </pc:spChg>
        <pc:spChg chg="add del mod">
          <ac:chgData name="Joan Borràs-Comes" userId="e83ca080-b58f-4b39-a8e9-ab96c766dc1d" providerId="ADAL" clId="{23D38263-0DF7-4FF7-AADB-2D4F6B66A163}" dt="2026-03-12T10:39:24.461" v="796" actId="6264"/>
          <ac:spMkLst>
            <pc:docMk/>
            <pc:sldMk cId="2742475196" sldId="277"/>
            <ac:spMk id="14" creationId="{1CBE1E95-A194-48E5-8FD5-EE80FEB5986E}"/>
          </ac:spMkLst>
        </pc:spChg>
        <pc:spChg chg="add del mod">
          <ac:chgData name="Joan Borràs-Comes" userId="e83ca080-b58f-4b39-a8e9-ab96c766dc1d" providerId="ADAL" clId="{23D38263-0DF7-4FF7-AADB-2D4F6B66A163}" dt="2026-03-12T10:39:24.461" v="796" actId="6264"/>
          <ac:spMkLst>
            <pc:docMk/>
            <pc:sldMk cId="2742475196" sldId="277"/>
            <ac:spMk id="15" creationId="{3208554B-6DFE-4888-A79B-C142D517DD02}"/>
          </ac:spMkLst>
        </pc:spChg>
        <pc:spChg chg="add del mod">
          <ac:chgData name="Joan Borràs-Comes" userId="e83ca080-b58f-4b39-a8e9-ab96c766dc1d" providerId="ADAL" clId="{23D38263-0DF7-4FF7-AADB-2D4F6B66A163}" dt="2026-03-12T11:49:20.513" v="950" actId="6264"/>
          <ac:spMkLst>
            <pc:docMk/>
            <pc:sldMk cId="2742475196" sldId="277"/>
            <ac:spMk id="18" creationId="{CE31FAF3-B7B1-453C-BA9B-5B7BED8EE0E1}"/>
          </ac:spMkLst>
        </pc:spChg>
        <pc:spChg chg="add del mod">
          <ac:chgData name="Joan Borràs-Comes" userId="e83ca080-b58f-4b39-a8e9-ab96c766dc1d" providerId="ADAL" clId="{23D38263-0DF7-4FF7-AADB-2D4F6B66A163}" dt="2026-03-12T11:49:20.513" v="950" actId="6264"/>
          <ac:spMkLst>
            <pc:docMk/>
            <pc:sldMk cId="2742475196" sldId="277"/>
            <ac:spMk id="19" creationId="{2773094B-2178-4539-BE3A-636B9CCBF728}"/>
          </ac:spMkLst>
        </pc:spChg>
        <pc:spChg chg="add del mod">
          <ac:chgData name="Joan Borràs-Comes" userId="e83ca080-b58f-4b39-a8e9-ab96c766dc1d" providerId="ADAL" clId="{23D38263-0DF7-4FF7-AADB-2D4F6B66A163}" dt="2026-03-12T11:50:03.900" v="969" actId="6264"/>
          <ac:spMkLst>
            <pc:docMk/>
            <pc:sldMk cId="2742475196" sldId="277"/>
            <ac:spMk id="20" creationId="{88035D64-2D01-48EF-8385-BE00A6C01A24}"/>
          </ac:spMkLst>
        </pc:spChg>
        <pc:spChg chg="add del mod">
          <ac:chgData name="Joan Borràs-Comes" userId="e83ca080-b58f-4b39-a8e9-ab96c766dc1d" providerId="ADAL" clId="{23D38263-0DF7-4FF7-AADB-2D4F6B66A163}" dt="2026-03-12T11:50:03.900" v="969" actId="6264"/>
          <ac:spMkLst>
            <pc:docMk/>
            <pc:sldMk cId="2742475196" sldId="277"/>
            <ac:spMk id="21" creationId="{5C5EEE5A-15AE-43FE-AA39-A36C58424F38}"/>
          </ac:spMkLst>
        </pc:spChg>
        <pc:picChg chg="add del mod modCrop">
          <ac:chgData name="Joan Borràs-Comes" userId="e83ca080-b58f-4b39-a8e9-ab96c766dc1d" providerId="ADAL" clId="{23D38263-0DF7-4FF7-AADB-2D4F6B66A163}" dt="2026-03-10T13:55:21.493" v="674" actId="478"/>
          <ac:picMkLst>
            <pc:docMk/>
            <pc:sldMk cId="2742475196" sldId="277"/>
            <ac:picMk id="4" creationId="{69F8FF0A-36C9-49EE-A39D-3F1210163293}"/>
          </ac:picMkLst>
        </pc:picChg>
        <pc:picChg chg="add del mod">
          <ac:chgData name="Joan Borràs-Comes" userId="e83ca080-b58f-4b39-a8e9-ab96c766dc1d" providerId="ADAL" clId="{23D38263-0DF7-4FF7-AADB-2D4F6B66A163}" dt="2026-03-12T11:03:58.848" v="883" actId="478"/>
          <ac:picMkLst>
            <pc:docMk/>
            <pc:sldMk cId="2742475196" sldId="277"/>
            <ac:picMk id="6" creationId="{7A396E4D-D73A-43B1-8640-3776B1106A00}"/>
          </ac:picMkLst>
        </pc:picChg>
        <pc:picChg chg="add del mod">
          <ac:chgData name="Joan Borràs-Comes" userId="e83ca080-b58f-4b39-a8e9-ab96c766dc1d" providerId="ADAL" clId="{23D38263-0DF7-4FF7-AADB-2D4F6B66A163}" dt="2026-03-12T10:37:39.085" v="767" actId="21"/>
          <ac:picMkLst>
            <pc:docMk/>
            <pc:sldMk cId="2742475196" sldId="277"/>
            <ac:picMk id="7" creationId="{C72BFAB8-77B5-4DB3-91B8-B179B5E42A8F}"/>
          </ac:picMkLst>
        </pc:picChg>
        <pc:picChg chg="add mod">
          <ac:chgData name="Joan Borràs-Comes" userId="e83ca080-b58f-4b39-a8e9-ab96c766dc1d" providerId="ADAL" clId="{23D38263-0DF7-4FF7-AADB-2D4F6B66A163}" dt="2026-03-12T11:04:00.790" v="884" actId="1076"/>
          <ac:picMkLst>
            <pc:docMk/>
            <pc:sldMk cId="2742475196" sldId="277"/>
            <ac:picMk id="17" creationId="{4F034EDC-E3CD-4CAB-BB0C-DD479C3200E6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2T11:51:06.293" v="984" actId="113"/>
        <pc:sldMkLst>
          <pc:docMk/>
          <pc:sldMk cId="771277592" sldId="278"/>
        </pc:sldMkLst>
        <pc:spChg chg="mod ord">
          <ac:chgData name="Joan Borràs-Comes" userId="e83ca080-b58f-4b39-a8e9-ab96c766dc1d" providerId="ADAL" clId="{23D38263-0DF7-4FF7-AADB-2D4F6B66A163}" dt="2026-03-12T11:50:42.893" v="976" actId="6264"/>
          <ac:spMkLst>
            <pc:docMk/>
            <pc:sldMk cId="771277592" sldId="278"/>
            <ac:spMk id="2" creationId="{31168BC6-5A27-4F8D-A15A-5FF31DA1053B}"/>
          </ac:spMkLst>
        </pc:spChg>
        <pc:spChg chg="mod ord">
          <ac:chgData name="Joan Borràs-Comes" userId="e83ca080-b58f-4b39-a8e9-ab96c766dc1d" providerId="ADAL" clId="{23D38263-0DF7-4FF7-AADB-2D4F6B66A163}" dt="2026-03-12T11:51:06.293" v="984" actId="113"/>
          <ac:spMkLst>
            <pc:docMk/>
            <pc:sldMk cId="771277592" sldId="278"/>
            <ac:spMk id="3" creationId="{7C17D8A6-B10E-4960-961E-88E2BE18A960}"/>
          </ac:spMkLst>
        </pc:spChg>
        <pc:spChg chg="add mod">
          <ac:chgData name="Joan Borràs-Comes" userId="e83ca080-b58f-4b39-a8e9-ab96c766dc1d" providerId="ADAL" clId="{23D38263-0DF7-4FF7-AADB-2D4F6B66A163}" dt="2026-03-12T10:37:40.436" v="768"/>
          <ac:spMkLst>
            <pc:docMk/>
            <pc:sldMk cId="771277592" sldId="278"/>
            <ac:spMk id="5" creationId="{21D6F3FC-8EAB-433D-8BDA-DF27347A5856}"/>
          </ac:spMkLst>
        </pc:spChg>
        <pc:spChg chg="add del">
          <ac:chgData name="Joan Borràs-Comes" userId="e83ca080-b58f-4b39-a8e9-ab96c766dc1d" providerId="ADAL" clId="{23D38263-0DF7-4FF7-AADB-2D4F6B66A163}" dt="2026-03-12T11:07:17.448" v="888"/>
          <ac:spMkLst>
            <pc:docMk/>
            <pc:sldMk cId="771277592" sldId="278"/>
            <ac:spMk id="6" creationId="{0199E7F0-27FE-437C-9E6C-A2D4256E0C98}"/>
          </ac:spMkLst>
        </pc:spChg>
        <pc:spChg chg="add del mod">
          <ac:chgData name="Joan Borràs-Comes" userId="e83ca080-b58f-4b39-a8e9-ab96c766dc1d" providerId="ADAL" clId="{23D38263-0DF7-4FF7-AADB-2D4F6B66A163}" dt="2026-03-12T11:50:42.893" v="976" actId="6264"/>
          <ac:spMkLst>
            <pc:docMk/>
            <pc:sldMk cId="771277592" sldId="278"/>
            <ac:spMk id="7" creationId="{285D5A96-1543-4CB8-AFD0-9BEA6EE09359}"/>
          </ac:spMkLst>
        </pc:spChg>
        <pc:spChg chg="add del mod">
          <ac:chgData name="Joan Borràs-Comes" userId="e83ca080-b58f-4b39-a8e9-ab96c766dc1d" providerId="ADAL" clId="{23D38263-0DF7-4FF7-AADB-2D4F6B66A163}" dt="2026-03-12T11:50:42.893" v="976" actId="6264"/>
          <ac:spMkLst>
            <pc:docMk/>
            <pc:sldMk cId="771277592" sldId="278"/>
            <ac:spMk id="8" creationId="{0B76D714-427A-41DB-8579-D2742A62361B}"/>
          </ac:spMkLst>
        </pc:spChg>
        <pc:picChg chg="add mod">
          <ac:chgData name="Joan Borràs-Comes" userId="e83ca080-b58f-4b39-a8e9-ab96c766dc1d" providerId="ADAL" clId="{23D38263-0DF7-4FF7-AADB-2D4F6B66A163}" dt="2026-03-12T10:37:40.436" v="768"/>
          <ac:picMkLst>
            <pc:docMk/>
            <pc:sldMk cId="771277592" sldId="278"/>
            <ac:picMk id="4" creationId="{0A0DDAED-9D3D-4C18-BCD2-ADA025A58030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3T13:18:06.692" v="3552" actId="207"/>
        <pc:sldMkLst>
          <pc:docMk/>
          <pc:sldMk cId="1942406594" sldId="279"/>
        </pc:sldMkLst>
        <pc:spChg chg="mod ord">
          <ac:chgData name="Joan Borràs-Comes" userId="e83ca080-b58f-4b39-a8e9-ab96c766dc1d" providerId="ADAL" clId="{23D38263-0DF7-4FF7-AADB-2D4F6B66A163}" dt="2026-03-12T12:55:32.739" v="2083" actId="6264"/>
          <ac:spMkLst>
            <pc:docMk/>
            <pc:sldMk cId="1942406594" sldId="279"/>
            <ac:spMk id="2" creationId="{CC1C76EE-C8B0-4325-80C4-8A7369A7EBCA}"/>
          </ac:spMkLst>
        </pc:spChg>
        <pc:spChg chg="mod ord">
          <ac:chgData name="Joan Borràs-Comes" userId="e83ca080-b58f-4b39-a8e9-ab96c766dc1d" providerId="ADAL" clId="{23D38263-0DF7-4FF7-AADB-2D4F6B66A163}" dt="2026-03-13T13:18:06.692" v="3552" actId="207"/>
          <ac:spMkLst>
            <pc:docMk/>
            <pc:sldMk cId="1942406594" sldId="279"/>
            <ac:spMk id="3" creationId="{3FFC21D5-293F-4509-AAD8-C26E0DF40A41}"/>
          </ac:spMkLst>
        </pc:spChg>
        <pc:spChg chg="add del mod">
          <ac:chgData name="Joan Borràs-Comes" userId="e83ca080-b58f-4b39-a8e9-ab96c766dc1d" providerId="ADAL" clId="{23D38263-0DF7-4FF7-AADB-2D4F6B66A163}" dt="2026-03-12T10:39:26.751" v="800" actId="6264"/>
          <ac:spMkLst>
            <pc:docMk/>
            <pc:sldMk cId="1942406594" sldId="279"/>
            <ac:spMk id="4" creationId="{221A12BF-A1A2-40EE-9A3C-A4F42FA163EA}"/>
          </ac:spMkLst>
        </pc:spChg>
        <pc:spChg chg="add del mod ord">
          <ac:chgData name="Joan Borràs-Comes" userId="e83ca080-b58f-4b39-a8e9-ab96c766dc1d" providerId="ADAL" clId="{23D38263-0DF7-4FF7-AADB-2D4F6B66A163}" dt="2026-03-12T10:37:45.164" v="769" actId="21"/>
          <ac:spMkLst>
            <pc:docMk/>
            <pc:sldMk cId="1942406594" sldId="279"/>
            <ac:spMk id="5" creationId="{AC107973-2ACF-4D54-B496-5C886A5A29AA}"/>
          </ac:spMkLst>
        </pc:spChg>
        <pc:spChg chg="add del mod">
          <ac:chgData name="Joan Borràs-Comes" userId="e83ca080-b58f-4b39-a8e9-ab96c766dc1d" providerId="ADAL" clId="{23D38263-0DF7-4FF7-AADB-2D4F6B66A163}" dt="2026-03-12T10:39:26.751" v="800" actId="6264"/>
          <ac:spMkLst>
            <pc:docMk/>
            <pc:sldMk cId="1942406594" sldId="279"/>
            <ac:spMk id="6" creationId="{B2E7CC70-3881-4448-83A4-15B0438D48D2}"/>
          </ac:spMkLst>
        </pc:spChg>
        <pc:spChg chg="add del mod">
          <ac:chgData name="Joan Borràs-Comes" userId="e83ca080-b58f-4b39-a8e9-ab96c766dc1d" providerId="ADAL" clId="{23D38263-0DF7-4FF7-AADB-2D4F6B66A163}" dt="2026-03-12T10:39:30.521" v="801" actId="6264"/>
          <ac:spMkLst>
            <pc:docMk/>
            <pc:sldMk cId="1942406594" sldId="279"/>
            <ac:spMk id="8" creationId="{57F25783-54C7-40F2-B810-13DCD9BE9B6E}"/>
          </ac:spMkLst>
        </pc:spChg>
        <pc:spChg chg="add del mod">
          <ac:chgData name="Joan Borràs-Comes" userId="e83ca080-b58f-4b39-a8e9-ab96c766dc1d" providerId="ADAL" clId="{23D38263-0DF7-4FF7-AADB-2D4F6B66A163}" dt="2026-03-12T10:39:30.521" v="801" actId="6264"/>
          <ac:spMkLst>
            <pc:docMk/>
            <pc:sldMk cId="1942406594" sldId="279"/>
            <ac:spMk id="9" creationId="{FF6466C3-C13B-458F-AA38-888D7207A64C}"/>
          </ac:spMkLst>
        </pc:spChg>
        <pc:spChg chg="add del">
          <ac:chgData name="Joan Borràs-Comes" userId="e83ca080-b58f-4b39-a8e9-ab96c766dc1d" providerId="ADAL" clId="{23D38263-0DF7-4FF7-AADB-2D4F6B66A163}" dt="2026-03-12T12:35:54.742" v="1558"/>
          <ac:spMkLst>
            <pc:docMk/>
            <pc:sldMk cId="1942406594" sldId="279"/>
            <ac:spMk id="14" creationId="{B8197B38-B2C5-4348-95E0-08CBC7198C69}"/>
          </ac:spMkLst>
        </pc:spChg>
        <pc:spChg chg="add del">
          <ac:chgData name="Joan Borràs-Comes" userId="e83ca080-b58f-4b39-a8e9-ab96c766dc1d" providerId="ADAL" clId="{23D38263-0DF7-4FF7-AADB-2D4F6B66A163}" dt="2026-03-12T12:36:11.219" v="1566" actId="478"/>
          <ac:spMkLst>
            <pc:docMk/>
            <pc:sldMk cId="1942406594" sldId="279"/>
            <ac:spMk id="16" creationId="{B3DA9315-7E16-4106-BBB0-4F3C6259C6DA}"/>
          </ac:spMkLst>
        </pc:spChg>
        <pc:spChg chg="add del mod">
          <ac:chgData name="Joan Borràs-Comes" userId="e83ca080-b58f-4b39-a8e9-ab96c766dc1d" providerId="ADAL" clId="{23D38263-0DF7-4FF7-AADB-2D4F6B66A163}" dt="2026-03-12T12:55:32.739" v="2083" actId="6264"/>
          <ac:spMkLst>
            <pc:docMk/>
            <pc:sldMk cId="1942406594" sldId="279"/>
            <ac:spMk id="20" creationId="{00A5E948-2E5A-43F2-9CDF-54B40496DEB3}"/>
          </ac:spMkLst>
        </pc:spChg>
        <pc:spChg chg="add del mod">
          <ac:chgData name="Joan Borràs-Comes" userId="e83ca080-b58f-4b39-a8e9-ab96c766dc1d" providerId="ADAL" clId="{23D38263-0DF7-4FF7-AADB-2D4F6B66A163}" dt="2026-03-12T12:55:32.739" v="2083" actId="6264"/>
          <ac:spMkLst>
            <pc:docMk/>
            <pc:sldMk cId="1942406594" sldId="279"/>
            <ac:spMk id="21" creationId="{391F78E5-85A3-41B1-A59F-7B4AD620A692}"/>
          </ac:spMkLst>
        </pc:spChg>
        <pc:picChg chg="add del mod modCrop">
          <ac:chgData name="Joan Borràs-Comes" userId="e83ca080-b58f-4b39-a8e9-ab96c766dc1d" providerId="ADAL" clId="{23D38263-0DF7-4FF7-AADB-2D4F6B66A163}" dt="2026-03-10T13:55:07.821" v="670" actId="478"/>
          <ac:picMkLst>
            <pc:docMk/>
            <pc:sldMk cId="1942406594" sldId="279"/>
            <ac:picMk id="4" creationId="{2C2A00F9-FD6D-41A5-A364-F00C58F4E951}"/>
          </ac:picMkLst>
        </pc:picChg>
        <pc:picChg chg="add del mod modCrop">
          <ac:chgData name="Joan Borràs-Comes" userId="e83ca080-b58f-4b39-a8e9-ab96c766dc1d" providerId="ADAL" clId="{23D38263-0DF7-4FF7-AADB-2D4F6B66A163}" dt="2026-03-12T10:37:45.164" v="769" actId="21"/>
          <ac:picMkLst>
            <pc:docMk/>
            <pc:sldMk cId="1942406594" sldId="279"/>
            <ac:picMk id="7" creationId="{0097F8F6-A76C-4DC9-8640-52B90B887D3B}"/>
          </ac:picMkLst>
        </pc:picChg>
        <pc:picChg chg="add del mod">
          <ac:chgData name="Joan Borràs-Comes" userId="e83ca080-b58f-4b39-a8e9-ab96c766dc1d" providerId="ADAL" clId="{23D38263-0DF7-4FF7-AADB-2D4F6B66A163}" dt="2026-03-12T12:16:26.553" v="1151" actId="478"/>
          <ac:picMkLst>
            <pc:docMk/>
            <pc:sldMk cId="1942406594" sldId="279"/>
            <ac:picMk id="11" creationId="{E6030961-5841-4C32-9AEE-F89E5F351D70}"/>
          </ac:picMkLst>
        </pc:picChg>
        <pc:picChg chg="add mod">
          <ac:chgData name="Joan Borràs-Comes" userId="e83ca080-b58f-4b39-a8e9-ab96c766dc1d" providerId="ADAL" clId="{23D38263-0DF7-4FF7-AADB-2D4F6B66A163}" dt="2026-03-12T12:18:37.998" v="1153" actId="1076"/>
          <ac:picMkLst>
            <pc:docMk/>
            <pc:sldMk cId="1942406594" sldId="279"/>
            <ac:picMk id="13" creationId="{CE294AB5-AA85-4E2A-92C9-92DE0367CE6F}"/>
          </ac:picMkLst>
        </pc:picChg>
        <pc:picChg chg="add del mod">
          <ac:chgData name="Joan Borràs-Comes" userId="e83ca080-b58f-4b39-a8e9-ab96c766dc1d" providerId="ADAL" clId="{23D38263-0DF7-4FF7-AADB-2D4F6B66A163}" dt="2026-03-12T12:36:06.798" v="1564"/>
          <ac:picMkLst>
            <pc:docMk/>
            <pc:sldMk cId="1942406594" sldId="279"/>
            <ac:picMk id="15" creationId="{DD45E0F5-D6B2-4F13-BD7F-413A7A8C3EFB}"/>
          </ac:picMkLst>
        </pc:picChg>
        <pc:picChg chg="add del mod">
          <ac:chgData name="Joan Borràs-Comes" userId="e83ca080-b58f-4b39-a8e9-ab96c766dc1d" providerId="ADAL" clId="{23D38263-0DF7-4FF7-AADB-2D4F6B66A163}" dt="2026-03-12T12:36:55.867" v="1569" actId="478"/>
          <ac:picMkLst>
            <pc:docMk/>
            <pc:sldMk cId="1942406594" sldId="279"/>
            <ac:picMk id="17" creationId="{E352DF15-323A-4866-A424-1D127A22EDCC}"/>
          </ac:picMkLst>
        </pc:picChg>
        <pc:picChg chg="add mod">
          <ac:chgData name="Joan Borràs-Comes" userId="e83ca080-b58f-4b39-a8e9-ab96c766dc1d" providerId="ADAL" clId="{23D38263-0DF7-4FF7-AADB-2D4F6B66A163}" dt="2026-03-12T12:39:26.723" v="1633" actId="1076"/>
          <ac:picMkLst>
            <pc:docMk/>
            <pc:sldMk cId="1942406594" sldId="279"/>
            <ac:picMk id="19" creationId="{731DA5B2-B80E-42B3-B4E0-CB34E2926AB7}"/>
          </ac:picMkLst>
        </pc:picChg>
      </pc:sldChg>
      <pc:sldChg chg="new del">
        <pc:chgData name="Joan Borràs-Comes" userId="e83ca080-b58f-4b39-a8e9-ab96c766dc1d" providerId="ADAL" clId="{23D38263-0DF7-4FF7-AADB-2D4F6B66A163}" dt="2026-03-10T13:34:48.206" v="448" actId="47"/>
        <pc:sldMkLst>
          <pc:docMk/>
          <pc:sldMk cId="3520743491" sldId="280"/>
        </pc:sldMkLst>
      </pc:sldChg>
      <pc:sldChg chg="addSp delSp modSp new mod chgLayout">
        <pc:chgData name="Joan Borràs-Comes" userId="e83ca080-b58f-4b39-a8e9-ab96c766dc1d" providerId="ADAL" clId="{23D38263-0DF7-4FF7-AADB-2D4F6B66A163}" dt="2026-03-12T13:00:15.015" v="2115" actId="27636"/>
        <pc:sldMkLst>
          <pc:docMk/>
          <pc:sldMk cId="2808606086" sldId="281"/>
        </pc:sldMkLst>
        <pc:spChg chg="mod ord">
          <ac:chgData name="Joan Borràs-Comes" userId="e83ca080-b58f-4b39-a8e9-ab96c766dc1d" providerId="ADAL" clId="{23D38263-0DF7-4FF7-AADB-2D4F6B66A163}" dt="2026-03-12T12:40:50.392" v="1674" actId="6264"/>
          <ac:spMkLst>
            <pc:docMk/>
            <pc:sldMk cId="2808606086" sldId="281"/>
            <ac:spMk id="2" creationId="{7FF94370-2D88-4D82-8EF3-EF70C2C34DAC}"/>
          </ac:spMkLst>
        </pc:spChg>
        <pc:spChg chg="mod ord">
          <ac:chgData name="Joan Borràs-Comes" userId="e83ca080-b58f-4b39-a8e9-ab96c766dc1d" providerId="ADAL" clId="{23D38263-0DF7-4FF7-AADB-2D4F6B66A163}" dt="2026-03-12T13:00:15.015" v="2115" actId="27636"/>
          <ac:spMkLst>
            <pc:docMk/>
            <pc:sldMk cId="2808606086" sldId="281"/>
            <ac:spMk id="3" creationId="{10315E39-A8F4-4FE2-AA37-6F15CF364604}"/>
          </ac:spMkLst>
        </pc:spChg>
        <pc:spChg chg="add mod">
          <ac:chgData name="Joan Borràs-Comes" userId="e83ca080-b58f-4b39-a8e9-ab96c766dc1d" providerId="ADAL" clId="{23D38263-0DF7-4FF7-AADB-2D4F6B66A163}" dt="2026-03-12T10:37:45.991" v="770"/>
          <ac:spMkLst>
            <pc:docMk/>
            <pc:sldMk cId="2808606086" sldId="281"/>
            <ac:spMk id="5" creationId="{2755F0B6-CE74-4CC8-8B36-2B7390754185}"/>
          </ac:spMkLst>
        </pc:spChg>
        <pc:spChg chg="add del mod">
          <ac:chgData name="Joan Borràs-Comes" userId="e83ca080-b58f-4b39-a8e9-ab96c766dc1d" providerId="ADAL" clId="{23D38263-0DF7-4FF7-AADB-2D4F6B66A163}" dt="2026-03-12T12:40:50.392" v="1674" actId="6264"/>
          <ac:spMkLst>
            <pc:docMk/>
            <pc:sldMk cId="2808606086" sldId="281"/>
            <ac:spMk id="6" creationId="{D9E73AA5-11C9-46DB-8909-3A5A63D0042B}"/>
          </ac:spMkLst>
        </pc:spChg>
        <pc:spChg chg="add del mod">
          <ac:chgData name="Joan Borràs-Comes" userId="e83ca080-b58f-4b39-a8e9-ab96c766dc1d" providerId="ADAL" clId="{23D38263-0DF7-4FF7-AADB-2D4F6B66A163}" dt="2026-03-12T12:40:50.392" v="1674" actId="6264"/>
          <ac:spMkLst>
            <pc:docMk/>
            <pc:sldMk cId="2808606086" sldId="281"/>
            <ac:spMk id="7" creationId="{7C249BE2-2CCD-4619-AEEC-214D27D8C494}"/>
          </ac:spMkLst>
        </pc:spChg>
        <pc:picChg chg="add mod">
          <ac:chgData name="Joan Borràs-Comes" userId="e83ca080-b58f-4b39-a8e9-ab96c766dc1d" providerId="ADAL" clId="{23D38263-0DF7-4FF7-AADB-2D4F6B66A163}" dt="2026-03-12T10:37:45.991" v="770"/>
          <ac:picMkLst>
            <pc:docMk/>
            <pc:sldMk cId="2808606086" sldId="281"/>
            <ac:picMk id="4" creationId="{CA0F6B00-4721-4FF4-BC19-D8F8C9F680CD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3T13:18:23.696" v="3563" actId="20577"/>
        <pc:sldMkLst>
          <pc:docMk/>
          <pc:sldMk cId="197139638" sldId="282"/>
        </pc:sldMkLst>
        <pc:spChg chg="mod ord">
          <ac:chgData name="Joan Borràs-Comes" userId="e83ca080-b58f-4b39-a8e9-ab96c766dc1d" providerId="ADAL" clId="{23D38263-0DF7-4FF7-AADB-2D4F6B66A163}" dt="2026-03-12T13:21:30.098" v="2125" actId="6264"/>
          <ac:spMkLst>
            <pc:docMk/>
            <pc:sldMk cId="197139638" sldId="282"/>
            <ac:spMk id="2" creationId="{24BF3BEB-0B42-413A-B55A-5250740CBF9E}"/>
          </ac:spMkLst>
        </pc:spChg>
        <pc:spChg chg="mod ord">
          <ac:chgData name="Joan Borràs-Comes" userId="e83ca080-b58f-4b39-a8e9-ab96c766dc1d" providerId="ADAL" clId="{23D38263-0DF7-4FF7-AADB-2D4F6B66A163}" dt="2026-03-13T13:18:23.696" v="3563" actId="20577"/>
          <ac:spMkLst>
            <pc:docMk/>
            <pc:sldMk cId="197139638" sldId="282"/>
            <ac:spMk id="3" creationId="{D0B1FC6C-CE2C-4B8C-B2D3-21DE63D43D7D}"/>
          </ac:spMkLst>
        </pc:spChg>
        <pc:spChg chg="add del mod">
          <ac:chgData name="Joan Borràs-Comes" userId="e83ca080-b58f-4b39-a8e9-ab96c766dc1d" providerId="ADAL" clId="{23D38263-0DF7-4FF7-AADB-2D4F6B66A163}" dt="2026-03-12T10:39:34.171" v="803" actId="6264"/>
          <ac:spMkLst>
            <pc:docMk/>
            <pc:sldMk cId="197139638" sldId="282"/>
            <ac:spMk id="4" creationId="{BDB48585-A0FC-403B-874F-B30806493FF4}"/>
          </ac:spMkLst>
        </pc:spChg>
        <pc:spChg chg="add del mod ord">
          <ac:chgData name="Joan Borràs-Comes" userId="e83ca080-b58f-4b39-a8e9-ab96c766dc1d" providerId="ADAL" clId="{23D38263-0DF7-4FF7-AADB-2D4F6B66A163}" dt="2026-03-12T10:37:53.851" v="773" actId="21"/>
          <ac:spMkLst>
            <pc:docMk/>
            <pc:sldMk cId="197139638" sldId="282"/>
            <ac:spMk id="5" creationId="{976015F5-34AF-4991-969B-6B2CDADD741A}"/>
          </ac:spMkLst>
        </pc:spChg>
        <pc:spChg chg="add del mod">
          <ac:chgData name="Joan Borràs-Comes" userId="e83ca080-b58f-4b39-a8e9-ab96c766dc1d" providerId="ADAL" clId="{23D38263-0DF7-4FF7-AADB-2D4F6B66A163}" dt="2026-03-12T10:39:34.171" v="803" actId="6264"/>
          <ac:spMkLst>
            <pc:docMk/>
            <pc:sldMk cId="197139638" sldId="282"/>
            <ac:spMk id="6" creationId="{DF489DD2-5E44-4B79-9EFA-8D1819FB56B2}"/>
          </ac:spMkLst>
        </pc:spChg>
        <pc:spChg chg="add del mod">
          <ac:chgData name="Joan Borràs-Comes" userId="e83ca080-b58f-4b39-a8e9-ab96c766dc1d" providerId="ADAL" clId="{23D38263-0DF7-4FF7-AADB-2D4F6B66A163}" dt="2026-03-12T13:21:30.098" v="2125" actId="6264"/>
          <ac:spMkLst>
            <pc:docMk/>
            <pc:sldMk cId="197139638" sldId="282"/>
            <ac:spMk id="10" creationId="{50CC056E-ACAA-4E77-A0A0-6586F1460E3D}"/>
          </ac:spMkLst>
        </pc:spChg>
        <pc:spChg chg="add del mod">
          <ac:chgData name="Joan Borràs-Comes" userId="e83ca080-b58f-4b39-a8e9-ab96c766dc1d" providerId="ADAL" clId="{23D38263-0DF7-4FF7-AADB-2D4F6B66A163}" dt="2026-03-12T13:21:30.098" v="2125" actId="6264"/>
          <ac:spMkLst>
            <pc:docMk/>
            <pc:sldMk cId="197139638" sldId="282"/>
            <ac:spMk id="11" creationId="{0FE4A4F8-3FB3-4EA5-9CA0-88F2D8C98043}"/>
          </ac:spMkLst>
        </pc:spChg>
        <pc:picChg chg="add del mod">
          <ac:chgData name="Joan Borràs-Comes" userId="e83ca080-b58f-4b39-a8e9-ab96c766dc1d" providerId="ADAL" clId="{23D38263-0DF7-4FF7-AADB-2D4F6B66A163}" dt="2026-03-10T13:55:02.255" v="668" actId="478"/>
          <ac:picMkLst>
            <pc:docMk/>
            <pc:sldMk cId="197139638" sldId="282"/>
            <ac:picMk id="4" creationId="{E8C8AC52-1438-406B-A8DB-33BBC24DAECB}"/>
          </ac:picMkLst>
        </pc:picChg>
        <pc:picChg chg="add del mod">
          <ac:chgData name="Joan Borràs-Comes" userId="e83ca080-b58f-4b39-a8e9-ab96c766dc1d" providerId="ADAL" clId="{23D38263-0DF7-4FF7-AADB-2D4F6B66A163}" dt="2026-03-12T10:37:53.851" v="773" actId="21"/>
          <ac:picMkLst>
            <pc:docMk/>
            <pc:sldMk cId="197139638" sldId="282"/>
            <ac:picMk id="7" creationId="{CC04BB7F-6B2B-4FBF-BE7B-A353D6173B93}"/>
          </ac:picMkLst>
        </pc:picChg>
        <pc:picChg chg="add mod">
          <ac:chgData name="Joan Borràs-Comes" userId="e83ca080-b58f-4b39-a8e9-ab96c766dc1d" providerId="ADAL" clId="{23D38263-0DF7-4FF7-AADB-2D4F6B66A163}" dt="2026-03-12T13:15:47.467" v="2117" actId="1076"/>
          <ac:picMkLst>
            <pc:docMk/>
            <pc:sldMk cId="197139638" sldId="282"/>
            <ac:picMk id="9" creationId="{57199C41-5E73-46C7-87EC-9D8817BEC427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3T13:19:12.120" v="3565" actId="27636"/>
        <pc:sldMkLst>
          <pc:docMk/>
          <pc:sldMk cId="607354899" sldId="283"/>
        </pc:sldMkLst>
        <pc:spChg chg="mod ord">
          <ac:chgData name="Joan Borràs-Comes" userId="e83ca080-b58f-4b39-a8e9-ab96c766dc1d" providerId="ADAL" clId="{23D38263-0DF7-4FF7-AADB-2D4F6B66A163}" dt="2026-03-13T08:08:55.840" v="2960" actId="6264"/>
          <ac:spMkLst>
            <pc:docMk/>
            <pc:sldMk cId="607354899" sldId="283"/>
            <ac:spMk id="2" creationId="{E091A631-72F3-4176-9A98-DB80B4863524}"/>
          </ac:spMkLst>
        </pc:spChg>
        <pc:spChg chg="del mod ord">
          <ac:chgData name="Joan Borràs-Comes" userId="e83ca080-b58f-4b39-a8e9-ab96c766dc1d" providerId="ADAL" clId="{23D38263-0DF7-4FF7-AADB-2D4F6B66A163}" dt="2026-03-13T08:08:55.840" v="2960" actId="6264"/>
          <ac:spMkLst>
            <pc:docMk/>
            <pc:sldMk cId="607354899" sldId="283"/>
            <ac:spMk id="3" creationId="{99701B80-46E9-47D6-89B2-2964A0579197}"/>
          </ac:spMkLst>
        </pc:spChg>
        <pc:spChg chg="add del mod">
          <ac:chgData name="Joan Borràs-Comes" userId="e83ca080-b58f-4b39-a8e9-ab96c766dc1d" providerId="ADAL" clId="{23D38263-0DF7-4FF7-AADB-2D4F6B66A163}" dt="2026-03-13T08:05:35.870" v="2899" actId="21"/>
          <ac:spMkLst>
            <pc:docMk/>
            <pc:sldMk cId="607354899" sldId="283"/>
            <ac:spMk id="5" creationId="{08FC6E5E-A12E-4171-8C4F-6231AC64DCFB}"/>
          </ac:spMkLst>
        </pc:spChg>
        <pc:spChg chg="add del mod">
          <ac:chgData name="Joan Borràs-Comes" userId="e83ca080-b58f-4b39-a8e9-ab96c766dc1d" providerId="ADAL" clId="{23D38263-0DF7-4FF7-AADB-2D4F6B66A163}" dt="2026-03-12T13:21:16.137" v="2119" actId="6264"/>
          <ac:spMkLst>
            <pc:docMk/>
            <pc:sldMk cId="607354899" sldId="283"/>
            <ac:spMk id="6" creationId="{09D81C04-5746-443D-9C73-35267F1BE9DA}"/>
          </ac:spMkLst>
        </pc:spChg>
        <pc:spChg chg="add del mod">
          <ac:chgData name="Joan Borràs-Comes" userId="e83ca080-b58f-4b39-a8e9-ab96c766dc1d" providerId="ADAL" clId="{23D38263-0DF7-4FF7-AADB-2D4F6B66A163}" dt="2026-03-13T08:08:55.840" v="2960" actId="6264"/>
          <ac:spMkLst>
            <pc:docMk/>
            <pc:sldMk cId="607354899" sldId="283"/>
            <ac:spMk id="6" creationId="{E7AFD444-AA12-40F2-BAF0-BFFC79E8519F}"/>
          </ac:spMkLst>
        </pc:spChg>
        <pc:spChg chg="add del mod">
          <ac:chgData name="Joan Borràs-Comes" userId="e83ca080-b58f-4b39-a8e9-ab96c766dc1d" providerId="ADAL" clId="{23D38263-0DF7-4FF7-AADB-2D4F6B66A163}" dt="2026-03-12T13:21:16.137" v="2119" actId="6264"/>
          <ac:spMkLst>
            <pc:docMk/>
            <pc:sldMk cId="607354899" sldId="283"/>
            <ac:spMk id="7" creationId="{0C78197B-7AF6-4548-8D24-3E4C55D2E8CF}"/>
          </ac:spMkLst>
        </pc:spChg>
        <pc:spChg chg="add mod ord">
          <ac:chgData name="Joan Borràs-Comes" userId="e83ca080-b58f-4b39-a8e9-ab96c766dc1d" providerId="ADAL" clId="{23D38263-0DF7-4FF7-AADB-2D4F6B66A163}" dt="2026-03-13T13:19:12.120" v="3565" actId="27636"/>
          <ac:spMkLst>
            <pc:docMk/>
            <pc:sldMk cId="607354899" sldId="283"/>
            <ac:spMk id="7" creationId="{DD74D8BE-7935-4C6F-AAD9-76104C322306}"/>
          </ac:spMkLst>
        </pc:spChg>
        <pc:picChg chg="add del mod">
          <ac:chgData name="Joan Borràs-Comes" userId="e83ca080-b58f-4b39-a8e9-ab96c766dc1d" providerId="ADAL" clId="{23D38263-0DF7-4FF7-AADB-2D4F6B66A163}" dt="2026-03-13T08:05:35.870" v="2899" actId="21"/>
          <ac:picMkLst>
            <pc:docMk/>
            <pc:sldMk cId="607354899" sldId="283"/>
            <ac:picMk id="4" creationId="{D824E84C-73F5-453F-9BF7-8416E4B3C4F5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3T13:19:32.681" v="3566" actId="207"/>
        <pc:sldMkLst>
          <pc:docMk/>
          <pc:sldMk cId="548448291" sldId="284"/>
        </pc:sldMkLst>
        <pc:spChg chg="mod ord">
          <ac:chgData name="Joan Borràs-Comes" userId="e83ca080-b58f-4b39-a8e9-ab96c766dc1d" providerId="ADAL" clId="{23D38263-0DF7-4FF7-AADB-2D4F6B66A163}" dt="2026-03-12T14:25:55.329" v="2898" actId="6264"/>
          <ac:spMkLst>
            <pc:docMk/>
            <pc:sldMk cId="548448291" sldId="284"/>
            <ac:spMk id="2" creationId="{BD3F1198-A72D-4B2F-9816-C24EE9360B5F}"/>
          </ac:spMkLst>
        </pc:spChg>
        <pc:spChg chg="mod ord">
          <ac:chgData name="Joan Borràs-Comes" userId="e83ca080-b58f-4b39-a8e9-ab96c766dc1d" providerId="ADAL" clId="{23D38263-0DF7-4FF7-AADB-2D4F6B66A163}" dt="2026-03-13T13:19:32.681" v="3566" actId="207"/>
          <ac:spMkLst>
            <pc:docMk/>
            <pc:sldMk cId="548448291" sldId="284"/>
            <ac:spMk id="3" creationId="{477B419B-1DAF-4C2A-9BEE-DC5E777249C7}"/>
          </ac:spMkLst>
        </pc:spChg>
        <pc:spChg chg="add del mod">
          <ac:chgData name="Joan Borràs-Comes" userId="e83ca080-b58f-4b39-a8e9-ab96c766dc1d" providerId="ADAL" clId="{23D38263-0DF7-4FF7-AADB-2D4F6B66A163}" dt="2026-03-12T10:39:37.003" v="804" actId="6264"/>
          <ac:spMkLst>
            <pc:docMk/>
            <pc:sldMk cId="548448291" sldId="284"/>
            <ac:spMk id="4" creationId="{80E1A038-EEE9-4820-BAFB-B37265316FCD}"/>
          </ac:spMkLst>
        </pc:spChg>
        <pc:spChg chg="add del mod ord">
          <ac:chgData name="Joan Borràs-Comes" userId="e83ca080-b58f-4b39-a8e9-ab96c766dc1d" providerId="ADAL" clId="{23D38263-0DF7-4FF7-AADB-2D4F6B66A163}" dt="2026-03-12T10:38:01.962" v="777" actId="21"/>
          <ac:spMkLst>
            <pc:docMk/>
            <pc:sldMk cId="548448291" sldId="284"/>
            <ac:spMk id="5" creationId="{2D58977D-8325-48DA-A8A2-8730868E0933}"/>
          </ac:spMkLst>
        </pc:spChg>
        <pc:spChg chg="add del mod">
          <ac:chgData name="Joan Borràs-Comes" userId="e83ca080-b58f-4b39-a8e9-ab96c766dc1d" providerId="ADAL" clId="{23D38263-0DF7-4FF7-AADB-2D4F6B66A163}" dt="2026-03-12T10:39:37.003" v="804" actId="6264"/>
          <ac:spMkLst>
            <pc:docMk/>
            <pc:sldMk cId="548448291" sldId="284"/>
            <ac:spMk id="6" creationId="{9F2D9B47-DBDE-41B8-8CAB-B3A9C82D6DF7}"/>
          </ac:spMkLst>
        </pc:spChg>
        <pc:spChg chg="add del mod">
          <ac:chgData name="Joan Borràs-Comes" userId="e83ca080-b58f-4b39-a8e9-ab96c766dc1d" providerId="ADAL" clId="{23D38263-0DF7-4FF7-AADB-2D4F6B66A163}" dt="2026-03-12T14:25:55.329" v="2898" actId="6264"/>
          <ac:spMkLst>
            <pc:docMk/>
            <pc:sldMk cId="548448291" sldId="284"/>
            <ac:spMk id="8" creationId="{A251A5B9-4964-4A3B-A2D5-CC46F648F6B9}"/>
          </ac:spMkLst>
        </pc:spChg>
        <pc:spChg chg="add del mod">
          <ac:chgData name="Joan Borràs-Comes" userId="e83ca080-b58f-4b39-a8e9-ab96c766dc1d" providerId="ADAL" clId="{23D38263-0DF7-4FF7-AADB-2D4F6B66A163}" dt="2026-03-12T14:25:55.329" v="2898" actId="6264"/>
          <ac:spMkLst>
            <pc:docMk/>
            <pc:sldMk cId="548448291" sldId="284"/>
            <ac:spMk id="9" creationId="{BE759E91-B7CB-4CF4-A5BB-5BC5ED9C6A45}"/>
          </ac:spMkLst>
        </pc:spChg>
        <pc:picChg chg="add del mod">
          <ac:chgData name="Joan Borràs-Comes" userId="e83ca080-b58f-4b39-a8e9-ab96c766dc1d" providerId="ADAL" clId="{23D38263-0DF7-4FF7-AADB-2D4F6B66A163}" dt="2026-03-10T13:54:57.548" v="666" actId="478"/>
          <ac:picMkLst>
            <pc:docMk/>
            <pc:sldMk cId="548448291" sldId="284"/>
            <ac:picMk id="4" creationId="{BC4120E3-22BC-4B5C-97E4-A8322FA99BC7}"/>
          </ac:picMkLst>
        </pc:picChg>
        <pc:picChg chg="add del mod">
          <ac:chgData name="Joan Borràs-Comes" userId="e83ca080-b58f-4b39-a8e9-ab96c766dc1d" providerId="ADAL" clId="{23D38263-0DF7-4FF7-AADB-2D4F6B66A163}" dt="2026-03-12T10:38:01.962" v="777" actId="21"/>
          <ac:picMkLst>
            <pc:docMk/>
            <pc:sldMk cId="548448291" sldId="284"/>
            <ac:picMk id="7" creationId="{1722B973-A4CD-4C34-8561-53FF468CF9A0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2T14:25:44.020" v="2894" actId="27636"/>
        <pc:sldMkLst>
          <pc:docMk/>
          <pc:sldMk cId="2560494855" sldId="285"/>
        </pc:sldMkLst>
        <pc:spChg chg="mod ord">
          <ac:chgData name="Joan Borràs-Comes" userId="e83ca080-b58f-4b39-a8e9-ab96c766dc1d" providerId="ADAL" clId="{23D38263-0DF7-4FF7-AADB-2D4F6B66A163}" dt="2026-03-12T14:25:38.688" v="2891" actId="6264"/>
          <ac:spMkLst>
            <pc:docMk/>
            <pc:sldMk cId="2560494855" sldId="285"/>
            <ac:spMk id="2" creationId="{3FAAB01D-67CC-47DB-BD34-2D01DE4AE447}"/>
          </ac:spMkLst>
        </pc:spChg>
        <pc:spChg chg="mod ord">
          <ac:chgData name="Joan Borràs-Comes" userId="e83ca080-b58f-4b39-a8e9-ab96c766dc1d" providerId="ADAL" clId="{23D38263-0DF7-4FF7-AADB-2D4F6B66A163}" dt="2026-03-12T14:25:44.020" v="2894" actId="27636"/>
          <ac:spMkLst>
            <pc:docMk/>
            <pc:sldMk cId="2560494855" sldId="285"/>
            <ac:spMk id="3" creationId="{B5293598-85D9-4D07-A437-E8B4CD355051}"/>
          </ac:spMkLst>
        </pc:spChg>
        <pc:spChg chg="add mod">
          <ac:chgData name="Joan Borràs-Comes" userId="e83ca080-b58f-4b39-a8e9-ab96c766dc1d" providerId="ADAL" clId="{23D38263-0DF7-4FF7-AADB-2D4F6B66A163}" dt="2026-03-12T10:38:09.948" v="782"/>
          <ac:spMkLst>
            <pc:docMk/>
            <pc:sldMk cId="2560494855" sldId="285"/>
            <ac:spMk id="5" creationId="{65CE6898-96DB-461B-9233-3204D8B956AC}"/>
          </ac:spMkLst>
        </pc:spChg>
        <pc:spChg chg="add del mod">
          <ac:chgData name="Joan Borràs-Comes" userId="e83ca080-b58f-4b39-a8e9-ab96c766dc1d" providerId="ADAL" clId="{23D38263-0DF7-4FF7-AADB-2D4F6B66A163}" dt="2026-03-12T14:25:38.688" v="2891" actId="6264"/>
          <ac:spMkLst>
            <pc:docMk/>
            <pc:sldMk cId="2560494855" sldId="285"/>
            <ac:spMk id="6" creationId="{6CF57EDB-3DCB-442B-95F1-94800BE7123D}"/>
          </ac:spMkLst>
        </pc:spChg>
        <pc:spChg chg="add del mod">
          <ac:chgData name="Joan Borràs-Comes" userId="e83ca080-b58f-4b39-a8e9-ab96c766dc1d" providerId="ADAL" clId="{23D38263-0DF7-4FF7-AADB-2D4F6B66A163}" dt="2026-03-12T14:25:38.688" v="2891" actId="6264"/>
          <ac:spMkLst>
            <pc:docMk/>
            <pc:sldMk cId="2560494855" sldId="285"/>
            <ac:spMk id="7" creationId="{777792DF-9BD4-49F4-B490-A924A8CA2E06}"/>
          </ac:spMkLst>
        </pc:spChg>
        <pc:picChg chg="add mod">
          <ac:chgData name="Joan Borràs-Comes" userId="e83ca080-b58f-4b39-a8e9-ab96c766dc1d" providerId="ADAL" clId="{23D38263-0DF7-4FF7-AADB-2D4F6B66A163}" dt="2026-03-12T10:38:09.948" v="782"/>
          <ac:picMkLst>
            <pc:docMk/>
            <pc:sldMk cId="2560494855" sldId="285"/>
            <ac:picMk id="4" creationId="{EE5217D0-033C-43DF-8BF9-943337E97380}"/>
          </ac:picMkLst>
        </pc:picChg>
      </pc:sldChg>
      <pc:sldChg chg="new del">
        <pc:chgData name="Joan Borràs-Comes" userId="e83ca080-b58f-4b39-a8e9-ab96c766dc1d" providerId="ADAL" clId="{23D38263-0DF7-4FF7-AADB-2D4F6B66A163}" dt="2026-03-10T13:34:48.206" v="448" actId="47"/>
        <pc:sldMkLst>
          <pc:docMk/>
          <pc:sldMk cId="3142908800" sldId="286"/>
        </pc:sldMkLst>
      </pc:sldChg>
      <pc:sldChg chg="addSp delSp modSp new mod chgLayout">
        <pc:chgData name="Joan Borràs-Comes" userId="e83ca080-b58f-4b39-a8e9-ab96c766dc1d" providerId="ADAL" clId="{23D38263-0DF7-4FF7-AADB-2D4F6B66A163}" dt="2026-03-13T08:09:41.604" v="2966" actId="27636"/>
        <pc:sldMkLst>
          <pc:docMk/>
          <pc:sldMk cId="2770634893" sldId="287"/>
        </pc:sldMkLst>
        <pc:spChg chg="mod ord">
          <ac:chgData name="Joan Borràs-Comes" userId="e83ca080-b58f-4b39-a8e9-ab96c766dc1d" providerId="ADAL" clId="{23D38263-0DF7-4FF7-AADB-2D4F6B66A163}" dt="2026-03-12T14:25:18.673" v="2883" actId="6264"/>
          <ac:spMkLst>
            <pc:docMk/>
            <pc:sldMk cId="2770634893" sldId="287"/>
            <ac:spMk id="2" creationId="{40656394-8D64-4F16-AFF0-9CD3EC3C30BF}"/>
          </ac:spMkLst>
        </pc:spChg>
        <pc:spChg chg="mod ord">
          <ac:chgData name="Joan Borràs-Comes" userId="e83ca080-b58f-4b39-a8e9-ab96c766dc1d" providerId="ADAL" clId="{23D38263-0DF7-4FF7-AADB-2D4F6B66A163}" dt="2026-03-13T08:09:41.604" v="2966" actId="27636"/>
          <ac:spMkLst>
            <pc:docMk/>
            <pc:sldMk cId="2770634893" sldId="287"/>
            <ac:spMk id="3" creationId="{8F2555F0-FD26-4A4E-B329-D26DE470639D}"/>
          </ac:spMkLst>
        </pc:spChg>
        <pc:spChg chg="add mod">
          <ac:chgData name="Joan Borràs-Comes" userId="e83ca080-b58f-4b39-a8e9-ab96c766dc1d" providerId="ADAL" clId="{23D38263-0DF7-4FF7-AADB-2D4F6B66A163}" dt="2026-03-12T10:38:02.844" v="778"/>
          <ac:spMkLst>
            <pc:docMk/>
            <pc:sldMk cId="2770634893" sldId="287"/>
            <ac:spMk id="5" creationId="{62802729-2D63-4C3B-AE53-F70F097B4020}"/>
          </ac:spMkLst>
        </pc:spChg>
        <pc:spChg chg="add del mod">
          <ac:chgData name="Joan Borràs-Comes" userId="e83ca080-b58f-4b39-a8e9-ab96c766dc1d" providerId="ADAL" clId="{23D38263-0DF7-4FF7-AADB-2D4F6B66A163}" dt="2026-03-12T14:25:18.673" v="2883" actId="6264"/>
          <ac:spMkLst>
            <pc:docMk/>
            <pc:sldMk cId="2770634893" sldId="287"/>
            <ac:spMk id="6" creationId="{AE62C424-16FC-42EC-817D-9311A8E188F7}"/>
          </ac:spMkLst>
        </pc:spChg>
        <pc:spChg chg="add del mod">
          <ac:chgData name="Joan Borràs-Comes" userId="e83ca080-b58f-4b39-a8e9-ab96c766dc1d" providerId="ADAL" clId="{23D38263-0DF7-4FF7-AADB-2D4F6B66A163}" dt="2026-03-12T14:25:18.673" v="2883" actId="6264"/>
          <ac:spMkLst>
            <pc:docMk/>
            <pc:sldMk cId="2770634893" sldId="287"/>
            <ac:spMk id="7" creationId="{F7F5AB91-8F37-4B4C-A602-A0633AACF892}"/>
          </ac:spMkLst>
        </pc:spChg>
        <pc:picChg chg="add mod">
          <ac:chgData name="Joan Borràs-Comes" userId="e83ca080-b58f-4b39-a8e9-ab96c766dc1d" providerId="ADAL" clId="{23D38263-0DF7-4FF7-AADB-2D4F6B66A163}" dt="2026-03-12T10:38:02.844" v="778"/>
          <ac:picMkLst>
            <pc:docMk/>
            <pc:sldMk cId="2770634893" sldId="287"/>
            <ac:picMk id="4" creationId="{29125932-820D-456B-A4E3-04BA8023BC0E}"/>
          </ac:picMkLst>
        </pc:picChg>
      </pc:sldChg>
      <pc:sldChg chg="addSp delSp modSp new mod chgLayout">
        <pc:chgData name="Joan Borràs-Comes" userId="e83ca080-b58f-4b39-a8e9-ab96c766dc1d" providerId="ADAL" clId="{23D38263-0DF7-4FF7-AADB-2D4F6B66A163}" dt="2026-03-12T14:25:31.688" v="2887" actId="6264"/>
        <pc:sldMkLst>
          <pc:docMk/>
          <pc:sldMk cId="3013333597" sldId="288"/>
        </pc:sldMkLst>
        <pc:spChg chg="mod ord">
          <ac:chgData name="Joan Borràs-Comes" userId="e83ca080-b58f-4b39-a8e9-ab96c766dc1d" providerId="ADAL" clId="{23D38263-0DF7-4FF7-AADB-2D4F6B66A163}" dt="2026-03-12T14:25:31.688" v="2887" actId="6264"/>
          <ac:spMkLst>
            <pc:docMk/>
            <pc:sldMk cId="3013333597" sldId="288"/>
            <ac:spMk id="2" creationId="{49D02B64-4C29-43D7-9798-C81115C5A8BF}"/>
          </ac:spMkLst>
        </pc:spChg>
        <pc:spChg chg="mod ord">
          <ac:chgData name="Joan Borràs-Comes" userId="e83ca080-b58f-4b39-a8e9-ab96c766dc1d" providerId="ADAL" clId="{23D38263-0DF7-4FF7-AADB-2D4F6B66A163}" dt="2026-03-12T14:25:31.688" v="2887" actId="6264"/>
          <ac:spMkLst>
            <pc:docMk/>
            <pc:sldMk cId="3013333597" sldId="288"/>
            <ac:spMk id="3" creationId="{1EAD897D-AB86-470B-B37E-E1AE90CD7782}"/>
          </ac:spMkLst>
        </pc:spChg>
        <pc:spChg chg="add del mod">
          <ac:chgData name="Joan Borràs-Comes" userId="e83ca080-b58f-4b39-a8e9-ab96c766dc1d" providerId="ADAL" clId="{23D38263-0DF7-4FF7-AADB-2D4F6B66A163}" dt="2026-03-12T14:25:31.688" v="2887" actId="6264"/>
          <ac:spMkLst>
            <pc:docMk/>
            <pc:sldMk cId="3013333597" sldId="288"/>
            <ac:spMk id="4" creationId="{74F763EF-E785-41FD-AF54-FCE95E18EF1F}"/>
          </ac:spMkLst>
        </pc:spChg>
        <pc:spChg chg="add del mod ord">
          <ac:chgData name="Joan Borràs-Comes" userId="e83ca080-b58f-4b39-a8e9-ab96c766dc1d" providerId="ADAL" clId="{23D38263-0DF7-4FF7-AADB-2D4F6B66A163}" dt="2026-03-12T10:38:08.991" v="781" actId="21"/>
          <ac:spMkLst>
            <pc:docMk/>
            <pc:sldMk cId="3013333597" sldId="288"/>
            <ac:spMk id="5" creationId="{D5B40EFF-F25B-45BA-A797-A862BEF4FD5F}"/>
          </ac:spMkLst>
        </pc:spChg>
        <pc:spChg chg="add del mod">
          <ac:chgData name="Joan Borràs-Comes" userId="e83ca080-b58f-4b39-a8e9-ab96c766dc1d" providerId="ADAL" clId="{23D38263-0DF7-4FF7-AADB-2D4F6B66A163}" dt="2026-03-12T14:25:31.688" v="2887" actId="6264"/>
          <ac:spMkLst>
            <pc:docMk/>
            <pc:sldMk cId="3013333597" sldId="288"/>
            <ac:spMk id="6" creationId="{2E4FC1F0-8C6B-4DF4-A1D9-966534F7341D}"/>
          </ac:spMkLst>
        </pc:spChg>
        <pc:picChg chg="add del mod modCrop">
          <ac:chgData name="Joan Borràs-Comes" userId="e83ca080-b58f-4b39-a8e9-ab96c766dc1d" providerId="ADAL" clId="{23D38263-0DF7-4FF7-AADB-2D4F6B66A163}" dt="2026-03-10T13:54:46.018" v="663" actId="478"/>
          <ac:picMkLst>
            <pc:docMk/>
            <pc:sldMk cId="3013333597" sldId="288"/>
            <ac:picMk id="4" creationId="{78B03046-6AE3-4606-A8C0-0CEE087D499F}"/>
          </ac:picMkLst>
        </pc:picChg>
        <pc:picChg chg="add del mod">
          <ac:chgData name="Joan Borràs-Comes" userId="e83ca080-b58f-4b39-a8e9-ab96c766dc1d" providerId="ADAL" clId="{23D38263-0DF7-4FF7-AADB-2D4F6B66A163}" dt="2026-03-12T10:38:08.991" v="781" actId="21"/>
          <ac:picMkLst>
            <pc:docMk/>
            <pc:sldMk cId="3013333597" sldId="288"/>
            <ac:picMk id="7" creationId="{05185969-8E7E-402B-AB54-D53862062B1D}"/>
          </ac:picMkLst>
        </pc:picChg>
      </pc:sldChg>
      <pc:sldChg chg="modSp new mod">
        <pc:chgData name="Joan Borràs-Comes" userId="e83ca080-b58f-4b39-a8e9-ab96c766dc1d" providerId="ADAL" clId="{23D38263-0DF7-4FF7-AADB-2D4F6B66A163}" dt="2026-03-12T11:49:31.744" v="963" actId="27636"/>
        <pc:sldMkLst>
          <pc:docMk/>
          <pc:sldMk cId="1373404391" sldId="289"/>
        </pc:sldMkLst>
        <pc:spChg chg="mod">
          <ac:chgData name="Joan Borràs-Comes" userId="e83ca080-b58f-4b39-a8e9-ab96c766dc1d" providerId="ADAL" clId="{23D38263-0DF7-4FF7-AADB-2D4F6B66A163}" dt="2026-03-10T13:40:51.482" v="596" actId="790"/>
          <ac:spMkLst>
            <pc:docMk/>
            <pc:sldMk cId="1373404391" sldId="289"/>
            <ac:spMk id="2" creationId="{D23CD7BC-DC3B-4E20-AA82-4A1DF0124AAF}"/>
          </ac:spMkLst>
        </pc:spChg>
        <pc:spChg chg="mod">
          <ac:chgData name="Joan Borràs-Comes" userId="e83ca080-b58f-4b39-a8e9-ab96c766dc1d" providerId="ADAL" clId="{23D38263-0DF7-4FF7-AADB-2D4F6B66A163}" dt="2026-03-12T11:49:31.744" v="963" actId="27636"/>
          <ac:spMkLst>
            <pc:docMk/>
            <pc:sldMk cId="1373404391" sldId="289"/>
            <ac:spMk id="3" creationId="{5806F45F-E798-481E-A244-E8EA62CDB8AC}"/>
          </ac:spMkLst>
        </pc:spChg>
      </pc:sldChg>
      <pc:sldChg chg="modSp mod">
        <pc:chgData name="Joan Borràs-Comes" userId="e83ca080-b58f-4b39-a8e9-ab96c766dc1d" providerId="ADAL" clId="{23D38263-0DF7-4FF7-AADB-2D4F6B66A163}" dt="2026-03-13T13:03:37.037" v="3109" actId="27636"/>
        <pc:sldMkLst>
          <pc:docMk/>
          <pc:sldMk cId="2355902877" sldId="289"/>
        </pc:sldMkLst>
        <pc:spChg chg="mod">
          <ac:chgData name="Joan Borràs-Comes" userId="e83ca080-b58f-4b39-a8e9-ab96c766dc1d" providerId="ADAL" clId="{23D38263-0DF7-4FF7-AADB-2D4F6B66A163}" dt="2026-03-13T13:03:37.037" v="3109" actId="27636"/>
          <ac:spMkLst>
            <pc:docMk/>
            <pc:sldMk cId="2355902877" sldId="289"/>
            <ac:spMk id="3" creationId="{5806F45F-E798-481E-A244-E8EA62CDB8AC}"/>
          </ac:spMkLst>
        </pc:spChg>
      </pc:sldChg>
      <pc:sldChg chg="addSp delSp modSp new mod">
        <pc:chgData name="Joan Borràs-Comes" userId="e83ca080-b58f-4b39-a8e9-ab96c766dc1d" providerId="ADAL" clId="{23D38263-0DF7-4FF7-AADB-2D4F6B66A163}" dt="2026-03-12T11:49:31.753" v="964" actId="27636"/>
        <pc:sldMkLst>
          <pc:docMk/>
          <pc:sldMk cId="447647784" sldId="290"/>
        </pc:sldMkLst>
        <pc:spChg chg="mod">
          <ac:chgData name="Joan Borràs-Comes" userId="e83ca080-b58f-4b39-a8e9-ab96c766dc1d" providerId="ADAL" clId="{23D38263-0DF7-4FF7-AADB-2D4F6B66A163}" dt="2026-03-10T13:40:53.807" v="598" actId="790"/>
          <ac:spMkLst>
            <pc:docMk/>
            <pc:sldMk cId="447647784" sldId="290"/>
            <ac:spMk id="2" creationId="{EA8472F9-07D9-4174-89F4-19321D72D782}"/>
          </ac:spMkLst>
        </pc:spChg>
        <pc:spChg chg="add del mod">
          <ac:chgData name="Joan Borràs-Comes" userId="e83ca080-b58f-4b39-a8e9-ab96c766dc1d" providerId="ADAL" clId="{23D38263-0DF7-4FF7-AADB-2D4F6B66A163}" dt="2026-03-12T11:49:31.753" v="964" actId="27636"/>
          <ac:spMkLst>
            <pc:docMk/>
            <pc:sldMk cId="447647784" sldId="290"/>
            <ac:spMk id="3" creationId="{D3AC8F5C-93BF-46ED-9C60-0FE0B971E643}"/>
          </ac:spMkLst>
        </pc:spChg>
        <pc:spChg chg="add del mod">
          <ac:chgData name="Joan Borràs-Comes" userId="e83ca080-b58f-4b39-a8e9-ab96c766dc1d" providerId="ADAL" clId="{23D38263-0DF7-4FF7-AADB-2D4F6B66A163}" dt="2026-03-10T13:30:05.705" v="381"/>
          <ac:spMkLst>
            <pc:docMk/>
            <pc:sldMk cId="447647784" sldId="290"/>
            <ac:spMk id="4" creationId="{8E607202-C545-43CF-8D47-DB0791D072D0}"/>
          </ac:spMkLst>
        </pc:spChg>
        <pc:spChg chg="del mod">
          <ac:chgData name="Joan Borràs-Comes" userId="e83ca080-b58f-4b39-a8e9-ab96c766dc1d" providerId="ADAL" clId="{23D38263-0DF7-4FF7-AADB-2D4F6B66A163}" dt="2026-03-10T13:30:17.328" v="382"/>
          <ac:spMkLst>
            <pc:docMk/>
            <pc:sldMk cId="447647784" sldId="290"/>
            <ac:spMk id="5" creationId="{704307CB-4C51-404F-A0AD-7D385625D577}"/>
          </ac:spMkLst>
        </pc:spChg>
      </pc:sldChg>
      <pc:sldChg chg="modSp new mod">
        <pc:chgData name="Joan Borràs-Comes" userId="e83ca080-b58f-4b39-a8e9-ab96c766dc1d" providerId="ADAL" clId="{23D38263-0DF7-4FF7-AADB-2D4F6B66A163}" dt="2026-03-13T13:22:20.045" v="3618" actId="27636"/>
        <pc:sldMkLst>
          <pc:docMk/>
          <pc:sldMk cId="2795182798" sldId="291"/>
        </pc:sldMkLst>
        <pc:spChg chg="mod">
          <ac:chgData name="Joan Borràs-Comes" userId="e83ca080-b58f-4b39-a8e9-ab96c766dc1d" providerId="ADAL" clId="{23D38263-0DF7-4FF7-AADB-2D4F6B66A163}" dt="2026-03-10T13:40:57.118" v="601" actId="790"/>
          <ac:spMkLst>
            <pc:docMk/>
            <pc:sldMk cId="2795182798" sldId="291"/>
            <ac:spMk id="2" creationId="{AD4A870E-7568-4548-995A-969E5D26CC20}"/>
          </ac:spMkLst>
        </pc:spChg>
        <pc:spChg chg="mod">
          <ac:chgData name="Joan Borràs-Comes" userId="e83ca080-b58f-4b39-a8e9-ab96c766dc1d" providerId="ADAL" clId="{23D38263-0DF7-4FF7-AADB-2D4F6B66A163}" dt="2026-03-13T13:22:20.045" v="3618" actId="27636"/>
          <ac:spMkLst>
            <pc:docMk/>
            <pc:sldMk cId="2795182798" sldId="291"/>
            <ac:spMk id="3" creationId="{FFA72AE9-997F-4E80-B913-8080DDA61692}"/>
          </ac:spMkLst>
        </pc:spChg>
      </pc:sldChg>
      <pc:sldChg chg="modSp new mod">
        <pc:chgData name="Joan Borràs-Comes" userId="e83ca080-b58f-4b39-a8e9-ab96c766dc1d" providerId="ADAL" clId="{23D38263-0DF7-4FF7-AADB-2D4F6B66A163}" dt="2026-03-13T12:50:17.840" v="2971" actId="6549"/>
        <pc:sldMkLst>
          <pc:docMk/>
          <pc:sldMk cId="1027845457" sldId="292"/>
        </pc:sldMkLst>
        <pc:spChg chg="mod">
          <ac:chgData name="Joan Borràs-Comes" userId="e83ca080-b58f-4b39-a8e9-ab96c766dc1d" providerId="ADAL" clId="{23D38263-0DF7-4FF7-AADB-2D4F6B66A163}" dt="2026-03-12T11:27:25.519" v="920" actId="20577"/>
          <ac:spMkLst>
            <pc:docMk/>
            <pc:sldMk cId="1027845457" sldId="292"/>
            <ac:spMk id="2" creationId="{50002102-BC37-44BE-ABDC-B969A863AD0B}"/>
          </ac:spMkLst>
        </pc:spChg>
        <pc:spChg chg="mod">
          <ac:chgData name="Joan Borràs-Comes" userId="e83ca080-b58f-4b39-a8e9-ab96c766dc1d" providerId="ADAL" clId="{23D38263-0DF7-4FF7-AADB-2D4F6B66A163}" dt="2026-03-13T12:50:17.840" v="2971" actId="6549"/>
          <ac:spMkLst>
            <pc:docMk/>
            <pc:sldMk cId="1027845457" sldId="292"/>
            <ac:spMk id="3" creationId="{25E2A8F4-8C62-4408-ADE3-BC52A35D5427}"/>
          </ac:spMkLst>
        </pc:spChg>
      </pc:sldChg>
      <pc:sldChg chg="addSp delSp modSp new mod modClrScheme chgLayout">
        <pc:chgData name="Joan Borràs-Comes" userId="e83ca080-b58f-4b39-a8e9-ab96c766dc1d" providerId="ADAL" clId="{23D38263-0DF7-4FF7-AADB-2D4F6B66A163}" dt="2026-03-13T08:08:09.561" v="2957" actId="20577"/>
        <pc:sldMkLst>
          <pc:docMk/>
          <pc:sldMk cId="29687855" sldId="293"/>
        </pc:sldMkLst>
        <pc:spChg chg="mod ord">
          <ac:chgData name="Joan Borràs-Comes" userId="e83ca080-b58f-4b39-a8e9-ab96c766dc1d" providerId="ADAL" clId="{23D38263-0DF7-4FF7-AADB-2D4F6B66A163}" dt="2026-03-13T08:06:16.889" v="2910" actId="700"/>
          <ac:spMkLst>
            <pc:docMk/>
            <pc:sldMk cId="29687855" sldId="293"/>
            <ac:spMk id="2" creationId="{A56DC8B5-439D-4E35-8A98-62EDADBFC068}"/>
          </ac:spMkLst>
        </pc:spChg>
        <pc:spChg chg="add del mod">
          <ac:chgData name="Joan Borràs-Comes" userId="e83ca080-b58f-4b39-a8e9-ab96c766dc1d" providerId="ADAL" clId="{23D38263-0DF7-4FF7-AADB-2D4F6B66A163}" dt="2026-03-13T08:06:12.269" v="2909" actId="6264"/>
          <ac:spMkLst>
            <pc:docMk/>
            <pc:sldMk cId="29687855" sldId="293"/>
            <ac:spMk id="3" creationId="{97995FFF-D0DB-45B7-A3AE-EF0D1B27171C}"/>
          </ac:spMkLst>
        </pc:spChg>
        <pc:spChg chg="del">
          <ac:chgData name="Joan Borràs-Comes" userId="e83ca080-b58f-4b39-a8e9-ab96c766dc1d" providerId="ADAL" clId="{23D38263-0DF7-4FF7-AADB-2D4F6B66A163}" dt="2026-03-12T14:11:55.978" v="2599"/>
          <ac:spMkLst>
            <pc:docMk/>
            <pc:sldMk cId="29687855" sldId="293"/>
            <ac:spMk id="3" creationId="{FDD9F684-0E48-46BD-B239-E21EC6E2FE43}"/>
          </ac:spMkLst>
        </pc:spChg>
        <pc:spChg chg="add del mod">
          <ac:chgData name="Joan Borràs-Comes" userId="e83ca080-b58f-4b39-a8e9-ab96c766dc1d" providerId="ADAL" clId="{23D38263-0DF7-4FF7-AADB-2D4F6B66A163}" dt="2026-03-13T08:06:12.269" v="2909" actId="6264"/>
          <ac:spMkLst>
            <pc:docMk/>
            <pc:sldMk cId="29687855" sldId="293"/>
            <ac:spMk id="4" creationId="{1C1AB6AC-FB6C-48FE-A961-772428910BD2}"/>
          </ac:spMkLst>
        </pc:spChg>
        <pc:spChg chg="add del">
          <ac:chgData name="Joan Borràs-Comes" userId="e83ca080-b58f-4b39-a8e9-ab96c766dc1d" providerId="ADAL" clId="{23D38263-0DF7-4FF7-AADB-2D4F6B66A163}" dt="2026-03-12T14:10:17.723" v="2598"/>
          <ac:spMkLst>
            <pc:docMk/>
            <pc:sldMk cId="29687855" sldId="293"/>
            <ac:spMk id="4" creationId="{752FA628-9F1D-420E-8E80-21E1BE48FC5B}"/>
          </ac:spMkLst>
        </pc:spChg>
        <pc:spChg chg="add del mod ord">
          <ac:chgData name="Joan Borràs-Comes" userId="e83ca080-b58f-4b39-a8e9-ab96c766dc1d" providerId="ADAL" clId="{23D38263-0DF7-4FF7-AADB-2D4F6B66A163}" dt="2026-03-13T08:06:31.760" v="2914" actId="478"/>
          <ac:spMkLst>
            <pc:docMk/>
            <pc:sldMk cId="29687855" sldId="293"/>
            <ac:spMk id="7" creationId="{0D395203-0779-4764-B0FC-E84FC7FCA6F2}"/>
          </ac:spMkLst>
        </pc:spChg>
        <pc:spChg chg="add mod">
          <ac:chgData name="Joan Borràs-Comes" userId="e83ca080-b58f-4b39-a8e9-ab96c766dc1d" providerId="ADAL" clId="{23D38263-0DF7-4FF7-AADB-2D4F6B66A163}" dt="2026-03-13T08:05:36.811" v="2900"/>
          <ac:spMkLst>
            <pc:docMk/>
            <pc:sldMk cId="29687855" sldId="293"/>
            <ac:spMk id="8" creationId="{D7988388-C95E-49F0-860F-E0F40822A250}"/>
          </ac:spMkLst>
        </pc:spChg>
        <pc:spChg chg="add del mod">
          <ac:chgData name="Joan Borràs-Comes" userId="e83ca080-b58f-4b39-a8e9-ab96c766dc1d" providerId="ADAL" clId="{23D38263-0DF7-4FF7-AADB-2D4F6B66A163}" dt="2026-03-13T08:06:12.269" v="2909" actId="6264"/>
          <ac:spMkLst>
            <pc:docMk/>
            <pc:sldMk cId="29687855" sldId="293"/>
            <ac:spMk id="9" creationId="{4CE7FF73-22DA-4435-8394-FDF69E61C9B9}"/>
          </ac:spMkLst>
        </pc:spChg>
        <pc:spChg chg="add mod">
          <ac:chgData name="Joan Borràs-Comes" userId="e83ca080-b58f-4b39-a8e9-ab96c766dc1d" providerId="ADAL" clId="{23D38263-0DF7-4FF7-AADB-2D4F6B66A163}" dt="2026-03-13T08:08:09.561" v="2957" actId="20577"/>
          <ac:spMkLst>
            <pc:docMk/>
            <pc:sldMk cId="29687855" sldId="293"/>
            <ac:spMk id="11" creationId="{1967F968-A2A5-4615-8E21-C5E1930601AE}"/>
          </ac:spMkLst>
        </pc:spChg>
        <pc:picChg chg="add mod">
          <ac:chgData name="Joan Borràs-Comes" userId="e83ca080-b58f-4b39-a8e9-ab96c766dc1d" providerId="ADAL" clId="{23D38263-0DF7-4FF7-AADB-2D4F6B66A163}" dt="2026-03-13T08:05:36.811" v="2900"/>
          <ac:picMkLst>
            <pc:docMk/>
            <pc:sldMk cId="29687855" sldId="293"/>
            <ac:picMk id="5" creationId="{BCFE879A-CA47-407F-8E76-82643E4BB538}"/>
          </ac:picMkLst>
        </pc:picChg>
        <pc:picChg chg="add del mod ord">
          <ac:chgData name="Joan Borràs-Comes" userId="e83ca080-b58f-4b39-a8e9-ab96c766dc1d" providerId="ADAL" clId="{23D38263-0DF7-4FF7-AADB-2D4F6B66A163}" dt="2026-03-13T08:06:20.024" v="2911" actId="21"/>
          <ac:picMkLst>
            <pc:docMk/>
            <pc:sldMk cId="29687855" sldId="293"/>
            <ac:picMk id="6" creationId="{42934BCB-0EC0-4E06-86ED-FE2F418C89FC}"/>
          </ac:picMkLst>
        </pc:picChg>
        <pc:picChg chg="add mod modCrop">
          <ac:chgData name="Joan Borràs-Comes" userId="e83ca080-b58f-4b39-a8e9-ab96c766dc1d" providerId="ADAL" clId="{23D38263-0DF7-4FF7-AADB-2D4F6B66A163}" dt="2026-03-13T08:07:57.889" v="2951" actId="1076"/>
          <ac:picMkLst>
            <pc:docMk/>
            <pc:sldMk cId="29687855" sldId="293"/>
            <ac:picMk id="12" creationId="{24958ACD-9466-4317-B303-AEE2FC6627E3}"/>
          </ac:picMkLst>
        </pc:picChg>
      </pc:sldChg>
      <pc:sldChg chg="modSp add del mod">
        <pc:chgData name="Joan Borràs-Comes" userId="e83ca080-b58f-4b39-a8e9-ab96c766dc1d" providerId="ADAL" clId="{23D38263-0DF7-4FF7-AADB-2D4F6B66A163}" dt="2026-03-12T12:52:33.061" v="2015" actId="47"/>
        <pc:sldMkLst>
          <pc:docMk/>
          <pc:sldMk cId="3099069662" sldId="293"/>
        </pc:sldMkLst>
        <pc:spChg chg="mod">
          <ac:chgData name="Joan Borràs-Comes" userId="e83ca080-b58f-4b39-a8e9-ab96c766dc1d" providerId="ADAL" clId="{23D38263-0DF7-4FF7-AADB-2D4F6B66A163}" dt="2026-03-12T12:52:29.881" v="2013" actId="20577"/>
          <ac:spMkLst>
            <pc:docMk/>
            <pc:sldMk cId="3099069662" sldId="293"/>
            <ac:spMk id="3" creationId="{25E2A8F4-8C62-4408-ADE3-BC52A35D5427}"/>
          </ac:spMkLst>
        </pc:spChg>
      </pc:sldChg>
      <pc:sldChg chg="modSp new del mod">
        <pc:chgData name="Joan Borràs-Comes" userId="e83ca080-b58f-4b39-a8e9-ab96c766dc1d" providerId="ADAL" clId="{23D38263-0DF7-4FF7-AADB-2D4F6B66A163}" dt="2026-03-12T13:31:22.271" v="2270" actId="47"/>
        <pc:sldMkLst>
          <pc:docMk/>
          <pc:sldMk cId="4090866738" sldId="293"/>
        </pc:sldMkLst>
        <pc:spChg chg="mod">
          <ac:chgData name="Joan Borràs-Comes" userId="e83ca080-b58f-4b39-a8e9-ab96c766dc1d" providerId="ADAL" clId="{23D38263-0DF7-4FF7-AADB-2D4F6B66A163}" dt="2026-03-12T13:21:53.644" v="2132"/>
          <ac:spMkLst>
            <pc:docMk/>
            <pc:sldMk cId="4090866738" sldId="293"/>
            <ac:spMk id="2" creationId="{6176AABF-BD16-4BF7-97D5-2443F8E7B0AC}"/>
          </ac:spMkLst>
        </pc:spChg>
        <pc:spChg chg="mod">
          <ac:chgData name="Joan Borràs-Comes" userId="e83ca080-b58f-4b39-a8e9-ab96c766dc1d" providerId="ADAL" clId="{23D38263-0DF7-4FF7-AADB-2D4F6B66A163}" dt="2026-03-12T13:31:03.617" v="2263" actId="27636"/>
          <ac:spMkLst>
            <pc:docMk/>
            <pc:sldMk cId="4090866738" sldId="293"/>
            <ac:spMk id="3" creationId="{D80FEF88-E921-4EC3-8D01-0372C2D7CB2B}"/>
          </ac:spMkLst>
        </pc:spChg>
      </pc:sldChg>
      <pc:sldChg chg="modSp new del mod">
        <pc:chgData name="Joan Borràs-Comes" userId="e83ca080-b58f-4b39-a8e9-ab96c766dc1d" providerId="ADAL" clId="{23D38263-0DF7-4FF7-AADB-2D4F6B66A163}" dt="2026-03-12T13:24:46.457" v="2151" actId="47"/>
        <pc:sldMkLst>
          <pc:docMk/>
          <pc:sldMk cId="271352927" sldId="294"/>
        </pc:sldMkLst>
        <pc:spChg chg="mod">
          <ac:chgData name="Joan Borràs-Comes" userId="e83ca080-b58f-4b39-a8e9-ab96c766dc1d" providerId="ADAL" clId="{23D38263-0DF7-4FF7-AADB-2D4F6B66A163}" dt="2026-03-12T13:22:08.358" v="2136"/>
          <ac:spMkLst>
            <pc:docMk/>
            <pc:sldMk cId="271352927" sldId="294"/>
            <ac:spMk id="2" creationId="{410078D1-0F98-438B-A91E-E4443C8ED901}"/>
          </ac:spMkLst>
        </pc:spChg>
        <pc:spChg chg="mod">
          <ac:chgData name="Joan Borràs-Comes" userId="e83ca080-b58f-4b39-a8e9-ab96c766dc1d" providerId="ADAL" clId="{23D38263-0DF7-4FF7-AADB-2D4F6B66A163}" dt="2026-03-12T13:22:16.155" v="2140" actId="27636"/>
          <ac:spMkLst>
            <pc:docMk/>
            <pc:sldMk cId="271352927" sldId="294"/>
            <ac:spMk id="3" creationId="{1AE3F50C-03AD-4F0B-A815-E3490C55FB69}"/>
          </ac:spMkLst>
        </pc:spChg>
      </pc:sldChg>
      <pc:sldChg chg="modSp mod">
        <pc:chgData name="Joan Borràs-Comes" userId="e83ca080-b58f-4b39-a8e9-ab96c766dc1d" providerId="ADAL" clId="{23D38263-0DF7-4FF7-AADB-2D4F6B66A163}" dt="2026-03-13T13:19:44.789" v="3567" actId="207"/>
        <pc:sldMkLst>
          <pc:docMk/>
          <pc:sldMk cId="468453618" sldId="295"/>
        </pc:sldMkLst>
        <pc:spChg chg="mod">
          <ac:chgData name="Joan Borràs-Comes" userId="e83ca080-b58f-4b39-a8e9-ab96c766dc1d" providerId="ADAL" clId="{23D38263-0DF7-4FF7-AADB-2D4F6B66A163}" dt="2026-03-13T13:19:44.789" v="3567" actId="207"/>
          <ac:spMkLst>
            <pc:docMk/>
            <pc:sldMk cId="468453618" sldId="295"/>
            <ac:spMk id="3" creationId="{3314D599-8FD3-4B54-B1D6-6EB33564188E}"/>
          </ac:spMkLst>
        </pc:spChg>
      </pc:sldChg>
      <pc:sldChg chg="modSp new del mod">
        <pc:chgData name="Joan Borràs-Comes" userId="e83ca080-b58f-4b39-a8e9-ab96c766dc1d" providerId="ADAL" clId="{23D38263-0DF7-4FF7-AADB-2D4F6B66A163}" dt="2026-03-12T13:24:46.457" v="2151" actId="47"/>
        <pc:sldMkLst>
          <pc:docMk/>
          <pc:sldMk cId="1224578169" sldId="295"/>
        </pc:sldMkLst>
        <pc:spChg chg="mod">
          <ac:chgData name="Joan Borràs-Comes" userId="e83ca080-b58f-4b39-a8e9-ab96c766dc1d" providerId="ADAL" clId="{23D38263-0DF7-4FF7-AADB-2D4F6B66A163}" dt="2026-03-12T13:22:22.307" v="2142"/>
          <ac:spMkLst>
            <pc:docMk/>
            <pc:sldMk cId="1224578169" sldId="295"/>
            <ac:spMk id="2" creationId="{C8636D7E-1DEC-430E-B176-59981FF704E1}"/>
          </ac:spMkLst>
        </pc:spChg>
        <pc:spChg chg="mod">
          <ac:chgData name="Joan Borràs-Comes" userId="e83ca080-b58f-4b39-a8e9-ab96c766dc1d" providerId="ADAL" clId="{23D38263-0DF7-4FF7-AADB-2D4F6B66A163}" dt="2026-03-12T13:22:30.592" v="2144" actId="27636"/>
          <ac:spMkLst>
            <pc:docMk/>
            <pc:sldMk cId="1224578169" sldId="295"/>
            <ac:spMk id="3" creationId="{006934C3-A605-4AAC-8CBD-C2475556A0C0}"/>
          </ac:spMkLst>
        </pc:spChg>
      </pc:sldChg>
      <pc:sldChg chg="modSp mod">
        <pc:chgData name="Joan Borràs-Comes" userId="e83ca080-b58f-4b39-a8e9-ab96c766dc1d" providerId="ADAL" clId="{23D38263-0DF7-4FF7-AADB-2D4F6B66A163}" dt="2026-03-13T13:20:38.317" v="3573" actId="207"/>
        <pc:sldMkLst>
          <pc:docMk/>
          <pc:sldMk cId="1855396143" sldId="297"/>
        </pc:sldMkLst>
        <pc:spChg chg="mod">
          <ac:chgData name="Joan Borràs-Comes" userId="e83ca080-b58f-4b39-a8e9-ab96c766dc1d" providerId="ADAL" clId="{23D38263-0DF7-4FF7-AADB-2D4F6B66A163}" dt="2026-03-13T13:20:38.317" v="3573" actId="207"/>
          <ac:spMkLst>
            <pc:docMk/>
            <pc:sldMk cId="1855396143" sldId="297"/>
            <ac:spMk id="3" creationId="{FB44C27D-7483-4D90-A252-14A1DF5CA758}"/>
          </ac:spMkLst>
        </pc:spChg>
      </pc:sldChg>
      <pc:sldChg chg="addSp delSp modSp add mod">
        <pc:chgData name="Joan Borràs-Comes" userId="e83ca080-b58f-4b39-a8e9-ab96c766dc1d" providerId="ADAL" clId="{23D38263-0DF7-4FF7-AADB-2D4F6B66A163}" dt="2026-03-13T13:09:47.977" v="3215" actId="404"/>
        <pc:sldMkLst>
          <pc:docMk/>
          <pc:sldMk cId="263534891" sldId="300"/>
        </pc:sldMkLst>
        <pc:spChg chg="del mod">
          <ac:chgData name="Joan Borràs-Comes" userId="e83ca080-b58f-4b39-a8e9-ab96c766dc1d" providerId="ADAL" clId="{23D38263-0DF7-4FF7-AADB-2D4F6B66A163}" dt="2026-03-13T13:07:04.969" v="3174" actId="3680"/>
          <ac:spMkLst>
            <pc:docMk/>
            <pc:sldMk cId="263534891" sldId="300"/>
            <ac:spMk id="3" creationId="{6B402E2B-0CE8-427A-A208-F6178B18BFCF}"/>
          </ac:spMkLst>
        </pc:spChg>
        <pc:graphicFrameChg chg="add mod ord modGraphic">
          <ac:chgData name="Joan Borràs-Comes" userId="e83ca080-b58f-4b39-a8e9-ab96c766dc1d" providerId="ADAL" clId="{23D38263-0DF7-4FF7-AADB-2D4F6B66A163}" dt="2026-03-13T13:09:47.977" v="3215" actId="404"/>
          <ac:graphicFrameMkLst>
            <pc:docMk/>
            <pc:sldMk cId="263534891" sldId="300"/>
            <ac:graphicFrameMk id="4" creationId="{207E2D26-0222-44F6-BDD3-339EE546B65E}"/>
          </ac:graphicFrameMkLst>
        </pc:graphicFrameChg>
      </pc:sldChg>
      <pc:sldChg chg="addSp delSp modSp add del mod">
        <pc:chgData name="Joan Borràs-Comes" userId="e83ca080-b58f-4b39-a8e9-ab96c766dc1d" providerId="ADAL" clId="{23D38263-0DF7-4FF7-AADB-2D4F6B66A163}" dt="2026-03-13T13:03:20.687" v="3103" actId="47"/>
        <pc:sldMkLst>
          <pc:docMk/>
          <pc:sldMk cId="358729412" sldId="300"/>
        </pc:sldMkLst>
        <pc:spChg chg="mod">
          <ac:chgData name="Joan Borràs-Comes" userId="e83ca080-b58f-4b39-a8e9-ab96c766dc1d" providerId="ADAL" clId="{23D38263-0DF7-4FF7-AADB-2D4F6B66A163}" dt="2026-03-13T13:03:15.511" v="3102" actId="27636"/>
          <ac:spMkLst>
            <pc:docMk/>
            <pc:sldMk cId="358729412" sldId="300"/>
            <ac:spMk id="6" creationId="{41D49B2D-8B49-4DF8-A99A-DF04537C0F99}"/>
          </ac:spMkLst>
        </pc:spChg>
        <pc:spChg chg="add del mod">
          <ac:chgData name="Joan Borràs-Comes" userId="e83ca080-b58f-4b39-a8e9-ab96c766dc1d" providerId="ADAL" clId="{23D38263-0DF7-4FF7-AADB-2D4F6B66A163}" dt="2026-03-13T12:55:10.064" v="3006" actId="21"/>
          <ac:spMkLst>
            <pc:docMk/>
            <pc:sldMk cId="358729412" sldId="300"/>
            <ac:spMk id="8" creationId="{B4CCA3E2-70DA-4C0C-8314-B0170B526B98}"/>
          </ac:spMkLst>
        </pc:spChg>
        <pc:picChg chg="del mod">
          <ac:chgData name="Joan Borràs-Comes" userId="e83ca080-b58f-4b39-a8e9-ab96c766dc1d" providerId="ADAL" clId="{23D38263-0DF7-4FF7-AADB-2D4F6B66A163}" dt="2026-03-13T13:00:34.152" v="3065" actId="478"/>
          <ac:picMkLst>
            <pc:docMk/>
            <pc:sldMk cId="358729412" sldId="300"/>
            <ac:picMk id="7" creationId="{55D03C11-3D30-4056-B6E5-F114186494DD}"/>
          </ac:picMkLst>
        </pc:picChg>
        <pc:picChg chg="add mod">
          <ac:chgData name="Joan Borràs-Comes" userId="e83ca080-b58f-4b39-a8e9-ab96c766dc1d" providerId="ADAL" clId="{23D38263-0DF7-4FF7-AADB-2D4F6B66A163}" dt="2026-03-13T13:00:39.565" v="3066"/>
          <ac:picMkLst>
            <pc:docMk/>
            <pc:sldMk cId="358729412" sldId="300"/>
            <ac:picMk id="9" creationId="{EAA41567-B444-48A7-9915-B68A34086CBD}"/>
          </ac:picMkLst>
        </pc:picChg>
      </pc:sldChg>
      <pc:sldChg chg="modSp add mod">
        <pc:chgData name="Joan Borràs-Comes" userId="e83ca080-b58f-4b39-a8e9-ab96c766dc1d" providerId="ADAL" clId="{23D38263-0DF7-4FF7-AADB-2D4F6B66A163}" dt="2026-03-13T13:17:15.617" v="3548" actId="12"/>
        <pc:sldMkLst>
          <pc:docMk/>
          <pc:sldMk cId="1450893356" sldId="301"/>
        </pc:sldMkLst>
        <pc:spChg chg="mod">
          <ac:chgData name="Joan Borràs-Comes" userId="e83ca080-b58f-4b39-a8e9-ab96c766dc1d" providerId="ADAL" clId="{23D38263-0DF7-4FF7-AADB-2D4F6B66A163}" dt="2026-03-13T13:17:15.617" v="3548" actId="12"/>
          <ac:spMkLst>
            <pc:docMk/>
            <pc:sldMk cId="1450893356" sldId="301"/>
            <ac:spMk id="3" creationId="{365DF453-E8AE-496F-B76E-7E3E6543B397}"/>
          </ac:spMkLst>
        </pc:spChg>
      </pc:sldChg>
      <pc:sldMasterChg chg="modSp mod modSldLayout">
        <pc:chgData name="Joan Borràs-Comes" userId="e83ca080-b58f-4b39-a8e9-ab96c766dc1d" providerId="ADAL" clId="{23D38263-0DF7-4FF7-AADB-2D4F6B66A163}" dt="2026-03-12T11:49:31.596" v="952" actId="2710"/>
        <pc:sldMasterMkLst>
          <pc:docMk/>
          <pc:sldMasterMk cId="1860885516" sldId="2147483648"/>
        </pc:sldMasterMkLst>
        <pc:spChg chg="mod">
          <ac:chgData name="Joan Borràs-Comes" userId="e83ca080-b58f-4b39-a8e9-ab96c766dc1d" providerId="ADAL" clId="{23D38263-0DF7-4FF7-AADB-2D4F6B66A163}" dt="2026-03-12T11:49:31.596" v="952" actId="2710"/>
          <ac:spMkLst>
            <pc:docMk/>
            <pc:sldMasterMk cId="1860885516" sldId="2147483648"/>
            <ac:spMk id="2" creationId="{C37A08F3-E164-4EAD-9796-B521FC053BC0}"/>
          </ac:spMkLst>
        </pc:spChg>
        <pc:spChg chg="mod">
          <ac:chgData name="Joan Borràs-Comes" userId="e83ca080-b58f-4b39-a8e9-ab96c766dc1d" providerId="ADAL" clId="{23D38263-0DF7-4FF7-AADB-2D4F6B66A163}" dt="2026-03-12T11:49:31.596" v="952" actId="2710"/>
          <ac:spMkLst>
            <pc:docMk/>
            <pc:sldMasterMk cId="1860885516" sldId="2147483648"/>
            <ac:spMk id="3" creationId="{8B5140D9-25BA-4E86-9033-6EA837EC0E25}"/>
          </ac:spMkLst>
        </pc:spChg>
        <pc:spChg chg="mod">
          <ac:chgData name="Joan Borràs-Comes" userId="e83ca080-b58f-4b39-a8e9-ab96c766dc1d" providerId="ADAL" clId="{23D38263-0DF7-4FF7-AADB-2D4F6B66A163}" dt="2026-03-12T11:49:31.596" v="952" actId="2710"/>
          <ac:spMkLst>
            <pc:docMk/>
            <pc:sldMasterMk cId="1860885516" sldId="2147483648"/>
            <ac:spMk id="4" creationId="{A3C97B78-CBC1-4DB7-9B3E-29D4943ED1C8}"/>
          </ac:spMkLst>
        </pc:spChg>
        <pc:spChg chg="mod">
          <ac:chgData name="Joan Borràs-Comes" userId="e83ca080-b58f-4b39-a8e9-ab96c766dc1d" providerId="ADAL" clId="{23D38263-0DF7-4FF7-AADB-2D4F6B66A163}" dt="2026-03-12T11:49:31.596" v="952" actId="2710"/>
          <ac:spMkLst>
            <pc:docMk/>
            <pc:sldMasterMk cId="1860885516" sldId="2147483648"/>
            <ac:spMk id="5" creationId="{846B2898-B087-4BD0-ADCE-037459D34A33}"/>
          </ac:spMkLst>
        </pc:spChg>
        <pc:spChg chg="mod">
          <ac:chgData name="Joan Borràs-Comes" userId="e83ca080-b58f-4b39-a8e9-ab96c766dc1d" providerId="ADAL" clId="{23D38263-0DF7-4FF7-AADB-2D4F6B66A163}" dt="2026-03-12T11:49:31.596" v="952" actId="2710"/>
          <ac:spMkLst>
            <pc:docMk/>
            <pc:sldMasterMk cId="1860885516" sldId="2147483648"/>
            <ac:spMk id="6" creationId="{5FF20AB7-E2B0-4D25-B6A8-06F64A17EF0E}"/>
          </ac:spMkLst>
        </pc:spChg>
        <pc:sldLayoutChg chg="addSp delSp modSp">
          <pc:chgData name="Joan Borràs-Comes" userId="e83ca080-b58f-4b39-a8e9-ab96c766dc1d" providerId="ADAL" clId="{23D38263-0DF7-4FF7-AADB-2D4F6B66A163}" dt="2026-03-12T11:47:56.745" v="936"/>
          <pc:sldLayoutMkLst>
            <pc:docMk/>
            <pc:sldMasterMk cId="1860885516" sldId="2147483648"/>
            <pc:sldLayoutMk cId="3516291486" sldId="2147483650"/>
          </pc:sldLayoutMkLst>
          <pc:spChg chg="add del mod">
            <ac:chgData name="Joan Borràs-Comes" userId="e83ca080-b58f-4b39-a8e9-ab96c766dc1d" providerId="ADAL" clId="{23D38263-0DF7-4FF7-AADB-2D4F6B66A163}" dt="2026-03-12T11:47:56.745" v="936"/>
            <ac:spMkLst>
              <pc:docMk/>
              <pc:sldMasterMk cId="1860885516" sldId="2147483648"/>
              <pc:sldLayoutMk cId="3516291486" sldId="2147483650"/>
              <ac:spMk id="7" creationId="{62D37D6B-6B83-45FF-AE69-BC2B4516220C}"/>
            </ac:spMkLst>
          </pc:spChg>
          <pc:spChg chg="add del mod">
            <ac:chgData name="Joan Borràs-Comes" userId="e83ca080-b58f-4b39-a8e9-ab96c766dc1d" providerId="ADAL" clId="{23D38263-0DF7-4FF7-AADB-2D4F6B66A163}" dt="2026-03-12T11:47:56.745" v="936"/>
            <ac:spMkLst>
              <pc:docMk/>
              <pc:sldMasterMk cId="1860885516" sldId="2147483648"/>
              <pc:sldLayoutMk cId="3516291486" sldId="2147483650"/>
              <ac:spMk id="8" creationId="{62D3B9B6-17C5-47D6-917E-7DFDFC1F835D}"/>
            </ac:spMkLst>
          </pc:spChg>
        </pc:sldLayoutChg>
        <pc:sldLayoutChg chg="modSp mod">
          <pc:chgData name="Joan Borràs-Comes" userId="e83ca080-b58f-4b39-a8e9-ab96c766dc1d" providerId="ADAL" clId="{23D38263-0DF7-4FF7-AADB-2D4F6B66A163}" dt="2026-03-12T11:48:06.538" v="937" actId="14100"/>
          <pc:sldLayoutMkLst>
            <pc:docMk/>
            <pc:sldMasterMk cId="1860885516" sldId="2147483648"/>
            <pc:sldLayoutMk cId="3915866137" sldId="2147483652"/>
          </pc:sldLayoutMkLst>
          <pc:spChg chg="mod">
            <ac:chgData name="Joan Borràs-Comes" userId="e83ca080-b58f-4b39-a8e9-ab96c766dc1d" providerId="ADAL" clId="{23D38263-0DF7-4FF7-AADB-2D4F6B66A163}" dt="2026-03-12T11:48:06.538" v="937" actId="14100"/>
            <ac:spMkLst>
              <pc:docMk/>
              <pc:sldMasterMk cId="1860885516" sldId="2147483648"/>
              <pc:sldLayoutMk cId="3915866137" sldId="2147483652"/>
              <ac:spMk id="3" creationId="{02F047CE-0445-4DF1-8497-41EF072B183A}"/>
            </ac:spMkLst>
          </pc:spChg>
          <pc:spChg chg="mod">
            <ac:chgData name="Joan Borràs-Comes" userId="e83ca080-b58f-4b39-a8e9-ab96c766dc1d" providerId="ADAL" clId="{23D38263-0DF7-4FF7-AADB-2D4F6B66A163}" dt="2026-03-12T11:48:06.538" v="937" actId="14100"/>
            <ac:spMkLst>
              <pc:docMk/>
              <pc:sldMasterMk cId="1860885516" sldId="2147483648"/>
              <pc:sldLayoutMk cId="3915866137" sldId="2147483652"/>
              <ac:spMk id="4" creationId="{7848EF1B-47F0-4456-B60F-BE7376B5A371}"/>
            </ac:spMkLst>
          </pc:spChg>
        </pc:sldLayoutChg>
        <pc:sldLayoutChg chg="modSp mod">
          <pc:chgData name="Joan Borràs-Comes" userId="e83ca080-b58f-4b39-a8e9-ab96c766dc1d" providerId="ADAL" clId="{23D38263-0DF7-4FF7-AADB-2D4F6B66A163}" dt="2026-03-12T11:49:21.400" v="951" actId="14100"/>
          <pc:sldLayoutMkLst>
            <pc:docMk/>
            <pc:sldMasterMk cId="1860885516" sldId="2147483648"/>
            <pc:sldLayoutMk cId="543872325" sldId="2147483653"/>
          </pc:sldLayoutMkLst>
          <pc:spChg chg="mod">
            <ac:chgData name="Joan Borràs-Comes" userId="e83ca080-b58f-4b39-a8e9-ab96c766dc1d" providerId="ADAL" clId="{23D38263-0DF7-4FF7-AADB-2D4F6B66A163}" dt="2026-03-12T11:49:21.400" v="951" actId="14100"/>
            <ac:spMkLst>
              <pc:docMk/>
              <pc:sldMasterMk cId="1860885516" sldId="2147483648"/>
              <pc:sldLayoutMk cId="543872325" sldId="2147483653"/>
              <ac:spMk id="2" creationId="{1CD6206F-705A-4879-87C1-E49958679EBC}"/>
            </ac:spMkLst>
          </pc:spChg>
          <pc:spChg chg="mod">
            <ac:chgData name="Joan Borràs-Comes" userId="e83ca080-b58f-4b39-a8e9-ab96c766dc1d" providerId="ADAL" clId="{23D38263-0DF7-4FF7-AADB-2D4F6B66A163}" dt="2026-03-12T11:48:35.424" v="942" actId="1076"/>
            <ac:spMkLst>
              <pc:docMk/>
              <pc:sldMasterMk cId="1860885516" sldId="2147483648"/>
              <pc:sldLayoutMk cId="543872325" sldId="2147483653"/>
              <ac:spMk id="3" creationId="{53680125-D0E4-456A-8CE8-5BEC42476F87}"/>
            </ac:spMkLst>
          </pc:spChg>
          <pc:spChg chg="mod">
            <ac:chgData name="Joan Borràs-Comes" userId="e83ca080-b58f-4b39-a8e9-ab96c766dc1d" providerId="ADAL" clId="{23D38263-0DF7-4FF7-AADB-2D4F6B66A163}" dt="2026-03-12T11:48:39.438" v="943" actId="14100"/>
            <ac:spMkLst>
              <pc:docMk/>
              <pc:sldMasterMk cId="1860885516" sldId="2147483648"/>
              <pc:sldLayoutMk cId="543872325" sldId="2147483653"/>
              <ac:spMk id="4" creationId="{48B32B06-2B2E-45D7-A694-CAFA2D941601}"/>
            </ac:spMkLst>
          </pc:spChg>
          <pc:spChg chg="mod">
            <ac:chgData name="Joan Borràs-Comes" userId="e83ca080-b58f-4b39-a8e9-ab96c766dc1d" providerId="ADAL" clId="{23D38263-0DF7-4FF7-AADB-2D4F6B66A163}" dt="2026-03-12T11:48:35.424" v="942" actId="1076"/>
            <ac:spMkLst>
              <pc:docMk/>
              <pc:sldMasterMk cId="1860885516" sldId="2147483648"/>
              <pc:sldLayoutMk cId="543872325" sldId="2147483653"/>
              <ac:spMk id="5" creationId="{4A2F8B44-7B2E-4479-A239-18398ABEA542}"/>
            </ac:spMkLst>
          </pc:spChg>
          <pc:spChg chg="mod">
            <ac:chgData name="Joan Borràs-Comes" userId="e83ca080-b58f-4b39-a8e9-ab96c766dc1d" providerId="ADAL" clId="{23D38263-0DF7-4FF7-AADB-2D4F6B66A163}" dt="2026-03-12T11:48:39.438" v="943" actId="14100"/>
            <ac:spMkLst>
              <pc:docMk/>
              <pc:sldMasterMk cId="1860885516" sldId="2147483648"/>
              <pc:sldLayoutMk cId="543872325" sldId="2147483653"/>
              <ac:spMk id="6" creationId="{18BBD999-566A-4044-A253-F0AF47090FA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capçaler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ontenidor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03697-737B-40CD-A91D-A738CA6000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Contenidor d'imatge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ontenidor de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96AE8-C924-42DE-9096-3804505CE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5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96AE8-C924-42DE-9096-3804505CEA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4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1E00045-BFA5-4597-82D6-29E28617C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Feu clic aquí per editar l'estil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8E8FD7DA-F94C-4D7E-BB12-D451A3614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Feu clic aquí per editar l'estil de subtítols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FF424DC4-55BD-4831-B07C-87F60946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C7141F56-E4F8-4625-968C-8F8E0F27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F1BBB2CE-DDA1-49F5-BEF8-827C9788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78206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865A331-7AF2-4097-8540-F4D12BAA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11F2575-B586-44D0-B19F-69D2B3752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E182DDAB-6E93-4FBC-9757-08CA2598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C280868-CC53-41F7-9A48-4D50A4EA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5BA8D6AD-B325-48DE-9007-1DFEF6D5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1629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EE85A20-8CB1-4F8E-A821-FB4E813A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3393CA9A-763E-4F5F-80C8-22AFC3F03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Feu clic per editar els estils del text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E5426A0F-5833-4905-89B9-11584C74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D094EED2-7E7F-45F5-9767-508BEE50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E5D2CE0D-7F7E-4CCD-8DDD-11BAF3A6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58763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A81F260-7264-4E52-BDCA-E0BCA89E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02F047CE-0445-4DF1-8497-41EF072B1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684"/>
            <a:ext cx="5181600" cy="4717279"/>
          </a:xfrm>
        </p:spPr>
        <p:txBody>
          <a:bodyPr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7848EF1B-47F0-4456-B60F-BE7376B5A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684"/>
            <a:ext cx="5181600" cy="4717279"/>
          </a:xfrm>
        </p:spPr>
        <p:txBody>
          <a:bodyPr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56750768-848E-4194-BEFB-58ACEBF6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3C607CE0-7973-4123-AB89-6F426626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434EF307-4098-49A6-B1DD-C8993502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1586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1CD6206F-705A-4879-87C1-E4995867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0001"/>
          </a:xfrm>
        </p:spPr>
        <p:txBody>
          <a:bodyPr/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53680125-D0E4-456A-8CE8-5BEC42476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4181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Feu clic per editar els estils del text del patró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48B32B06-2B2E-45D7-A694-CAFA2D94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32412"/>
            <a:ext cx="5157787" cy="3757251"/>
          </a:xfrm>
        </p:spPr>
        <p:txBody>
          <a:bodyPr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5" name="Contenidor de text 4">
            <a:extLst>
              <a:ext uri="{FF2B5EF4-FFF2-40B4-BE49-F238E27FC236}">
                <a16:creationId xmlns:a16="http://schemas.microsoft.com/office/drawing/2014/main" id="{4A2F8B44-7B2E-4479-A239-18398ABEA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4181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Feu clic per editar els estils del text del patró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18BBD999-566A-4044-A253-F0AF47090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32412"/>
            <a:ext cx="5183188" cy="3757251"/>
          </a:xfrm>
        </p:spPr>
        <p:txBody>
          <a:bodyPr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7" name="Contenidor de data 6">
            <a:extLst>
              <a:ext uri="{FF2B5EF4-FFF2-40B4-BE49-F238E27FC236}">
                <a16:creationId xmlns:a16="http://schemas.microsoft.com/office/drawing/2014/main" id="{AF462D70-6CAB-490B-88E0-17B1145C0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8" name="Contenidor de peu de pàgina 7">
            <a:extLst>
              <a:ext uri="{FF2B5EF4-FFF2-40B4-BE49-F238E27FC236}">
                <a16:creationId xmlns:a16="http://schemas.microsoft.com/office/drawing/2014/main" id="{F557B1F9-E6EA-4BE6-855F-020B22F8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Contenidor de número de diapositiva 8">
            <a:extLst>
              <a:ext uri="{FF2B5EF4-FFF2-40B4-BE49-F238E27FC236}">
                <a16:creationId xmlns:a16="http://schemas.microsoft.com/office/drawing/2014/main" id="{6249E4FA-B00F-4A51-A557-0AA8571E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387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AA4EE82-2932-4FC3-9E45-1D84670A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57EF773A-466F-482A-95A5-46C5B3E6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4C544A28-4568-4A13-9EA0-73E5112E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F13D29A1-16CF-44DB-8D78-491E5580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5872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>
            <a:extLst>
              <a:ext uri="{FF2B5EF4-FFF2-40B4-BE49-F238E27FC236}">
                <a16:creationId xmlns:a16="http://schemas.microsoft.com/office/drawing/2014/main" id="{F45EDA4F-C983-4D16-8B93-1DBB67B4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3" name="Contenidor de peu de pàgina 2">
            <a:extLst>
              <a:ext uri="{FF2B5EF4-FFF2-40B4-BE49-F238E27FC236}">
                <a16:creationId xmlns:a16="http://schemas.microsoft.com/office/drawing/2014/main" id="{7E6147BD-50C6-4D2C-8CD6-6C73B4685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C65945E6-4831-4BDD-8F04-6BE49AF8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71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FC7CE36-79C2-4966-88F4-C6015CD8E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F6F6726-A7DD-4809-BA8B-0524D9DB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DDA2A033-85E2-4F0F-A30D-B000E687F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CD9242F9-AF80-4209-9BDF-78208FE9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205F39D9-A50C-4839-8E70-FF197CD0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4A23422C-FB2D-4EE0-9C9A-AC18056C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935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463D2501-FA33-43DA-8E5B-61A87EC2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'imatge 2">
            <a:extLst>
              <a:ext uri="{FF2B5EF4-FFF2-40B4-BE49-F238E27FC236}">
                <a16:creationId xmlns:a16="http://schemas.microsoft.com/office/drawing/2014/main" id="{C7E41B57-09E5-4DA3-A97D-AD9FA77F0A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CD5D2EA6-C512-418A-89AF-A0F645B7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C691E9AF-BFB3-4390-9227-7F8C2CB6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311F026F-2928-462A-A189-856E69D5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47E1477E-EBE9-48DF-ADC0-1C0D21782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422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681EC96-52CC-42F8-939D-188F4582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1E5AC577-ED7F-47CC-8464-81A96BAFD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0113039C-7947-4BE2-9517-88D7DD6E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E72127D8-B0EB-4013-8605-434E2766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0906995C-2334-4F66-ACBC-CD58667B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9854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>
            <a:extLst>
              <a:ext uri="{FF2B5EF4-FFF2-40B4-BE49-F238E27FC236}">
                <a16:creationId xmlns:a16="http://schemas.microsoft.com/office/drawing/2014/main" id="{62533B37-4C06-4839-AA32-161E9A323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4CEFFBD9-374A-46E4-876E-87750B32E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C884BE6B-A593-45B9-9AB5-CE94D29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B8A0-89F7-4A8B-B806-36FCBA7EC694}" type="datetimeFigureOut">
              <a:rPr lang="en-US" noProof="0" smtClean="0"/>
              <a:t>6/10/2026</a:t>
            </a:fld>
            <a:endParaRPr lang="en-US" noProof="0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CDD9CBB7-0DBB-4E6D-9A39-8A7C712E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D074173F-6F24-4307-B063-87DF76F0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67A1-8228-4DB2-8893-02EA971C557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470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C37A08F3-E164-4EAD-9796-B521FC053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8B5140D9-25BA-4E86-9033-6EA837EC0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8073"/>
            <a:ext cx="10515600" cy="470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Feu clic per editar els estils del text del patró</a:t>
            </a:r>
          </a:p>
          <a:p>
            <a:pPr lvl="1"/>
            <a:r>
              <a:rPr lang="en-US" noProof="0"/>
              <a:t>Segon nivell</a:t>
            </a:r>
          </a:p>
          <a:p>
            <a:pPr lvl="2"/>
            <a:r>
              <a:rPr lang="en-US" noProof="0"/>
              <a:t>Tercer nivell</a:t>
            </a:r>
          </a:p>
          <a:p>
            <a:pPr lvl="3"/>
            <a:r>
              <a:rPr lang="en-US" noProof="0"/>
              <a:t>Quart nivell</a:t>
            </a:r>
          </a:p>
          <a:p>
            <a:pPr lvl="4"/>
            <a:r>
              <a:rPr lang="en-US" noProof="0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A3C97B78-CBC1-4DB7-9B3E-29D4943ED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3B8A0-89F7-4A8B-B806-36FCBA7EC69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846B2898-B087-4BD0-ADCE-037459D34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5FF20AB7-E2B0-4D25-B6A8-06F64A17E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F67A1-8228-4DB2-8893-02EA971C55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8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F75F305-4FA8-42E9-84ED-B75DD6607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2555" y="1122363"/>
            <a:ext cx="10146890" cy="2306637"/>
          </a:xfrm>
        </p:spPr>
        <p:txBody>
          <a:bodyPr>
            <a:noAutofit/>
          </a:bodyPr>
          <a:lstStyle/>
          <a:p>
            <a:r>
              <a:rPr lang="en-US" sz="3600" dirty="0"/>
              <a:t>Quantifying L2 vowel categories in acoustic space</a:t>
            </a:r>
            <a:br>
              <a:rPr lang="en-US" sz="3600" dirty="0">
                <a:latin typeface="+mn-lt"/>
              </a:rPr>
            </a:br>
            <a:r>
              <a:rPr lang="en-US" sz="3600" dirty="0">
                <a:latin typeface="+mn-lt"/>
              </a:rPr>
              <a:t>Distinctiveness and nativelikeness metrics in R</a:t>
            </a:r>
            <a:endParaRPr lang="en-GB" sz="3600" dirty="0">
              <a:latin typeface="+mn-lt"/>
            </a:endParaRP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973855E2-DB1D-42BB-B1AC-26B4734BB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555" y="3582886"/>
            <a:ext cx="10146890" cy="2152751"/>
          </a:xfrm>
        </p:spPr>
        <p:txBody>
          <a:bodyPr/>
          <a:lstStyle/>
          <a:p>
            <a:r>
              <a:rPr lang="en-US" dirty="0"/>
              <a:t>Joan Borràs-Comes</a:t>
            </a:r>
          </a:p>
          <a:p>
            <a:r>
              <a:rPr lang="en-US" sz="2000" dirty="0"/>
              <a:t>Laboratori de Fonètica, Universitat de Barcelona</a:t>
            </a:r>
          </a:p>
          <a:p>
            <a:endParaRPr lang="en-US" sz="2000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/>
              <a:t>rd Methodological Workshop on the Acquisition of 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/>
              <a:t> Speech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17032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ol 4">
            <a:extLst>
              <a:ext uri="{FF2B5EF4-FFF2-40B4-BE49-F238E27FC236}">
                <a16:creationId xmlns:a16="http://schemas.microsoft.com/office/drawing/2014/main" id="{A7DA267F-36A0-45F3-8176-C37B194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/>
              <a:t>The central problem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41D49B2D-8B49-4DF8-A99A-DF04537C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10515600" cy="470889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What does “distance between vowels” </a:t>
            </a:r>
            <a:br>
              <a:rPr lang="en-GB" dirty="0"/>
            </a:br>
            <a:r>
              <a:rPr lang="en-GB" dirty="0"/>
              <a:t>actually mean?</a:t>
            </a:r>
          </a:p>
          <a:p>
            <a:pPr>
              <a:lnSpc>
                <a:spcPct val="120000"/>
              </a:lnSpc>
            </a:pPr>
            <a:r>
              <a:rPr lang="en-GB" dirty="0"/>
              <a:t>When we analyse vowel systems in acoustic </a:t>
            </a:r>
            <a:br>
              <a:rPr lang="en-GB" dirty="0"/>
            </a:br>
            <a:r>
              <a:rPr lang="en-GB" dirty="0"/>
              <a:t>space, we often make statements such as: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“The contrast is clearer.”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“The categories overlap.”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“Learners produce more native-like vowels.”</a:t>
            </a:r>
          </a:p>
          <a:p>
            <a:pPr>
              <a:lnSpc>
                <a:spcPct val="120000"/>
              </a:lnSpc>
            </a:pPr>
            <a:r>
              <a:rPr lang="en-US" dirty="0"/>
              <a:t>These expressions suggest that we are talking about </a:t>
            </a:r>
            <a:r>
              <a:rPr lang="en-US" b="1" dirty="0"/>
              <a:t>distance</a:t>
            </a:r>
            <a:r>
              <a:rPr lang="en-US" dirty="0"/>
              <a:t> between categories.</a:t>
            </a:r>
          </a:p>
          <a:p>
            <a:pPr>
              <a:lnSpc>
                <a:spcPct val="120000"/>
              </a:lnSpc>
            </a:pPr>
            <a:r>
              <a:rPr lang="en-US" dirty="0"/>
              <a:t>Mathematically, these statements may refer to </a:t>
            </a:r>
            <a:r>
              <a:rPr lang="en-US" b="1" dirty="0"/>
              <a:t>very different properties </a:t>
            </a:r>
            <a:r>
              <a:rPr lang="en-US" dirty="0"/>
              <a:t>of the vowel space: different phonological questions require different quantitative measures.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5D03C11-3D30-4056-B6E5-F11418649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152" y="233240"/>
            <a:ext cx="5527187" cy="394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21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23CD7BC-DC3B-4E20-AA82-4A1DF012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/æ–ʌ/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5806F45F-E798-481E-A244-E8EA62CDB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Consider this English contrast produced by Spanish learners.</a:t>
            </a:r>
          </a:p>
          <a:p>
            <a:r>
              <a:rPr lang="en-GB" dirty="0"/>
              <a:t>We compare:</a:t>
            </a:r>
          </a:p>
          <a:p>
            <a:pPr lvl="1"/>
            <a:r>
              <a:rPr lang="en-GB" dirty="0"/>
              <a:t>a </a:t>
            </a:r>
            <a:r>
              <a:rPr lang="en-GB" b="1" dirty="0">
                <a:solidFill>
                  <a:schemeClr val="accent2"/>
                </a:solidFill>
              </a:rPr>
              <a:t>focal</a:t>
            </a:r>
            <a:r>
              <a:rPr lang="en-GB" dirty="0"/>
              <a:t> group of Spanish L1 learners</a:t>
            </a:r>
          </a:p>
          <a:p>
            <a:pPr lvl="1"/>
            <a:r>
              <a:rPr lang="en-GB" dirty="0"/>
              <a:t>a </a:t>
            </a:r>
            <a:r>
              <a:rPr lang="en-GB" b="1" dirty="0">
                <a:solidFill>
                  <a:schemeClr val="accent2"/>
                </a:solidFill>
              </a:rPr>
              <a:t>reference</a:t>
            </a:r>
            <a:r>
              <a:rPr lang="en-GB" dirty="0"/>
              <a:t> group of native English speakers</a:t>
            </a:r>
          </a:p>
          <a:p>
            <a:r>
              <a:rPr lang="en-GB" dirty="0"/>
              <a:t>We may imagine several possible learner systems: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 A native-like system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 A merged system where /æ/ and /ʌ/ overlap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 A displaced system where categories exist but occupy different regions</a:t>
            </a:r>
          </a:p>
          <a:p>
            <a:r>
              <a:rPr lang="en-GB" dirty="0"/>
              <a:t>Different metrics may capture these scenarios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235590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036A544-C1A0-4204-9757-90254F71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Vowel categories as distributions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D1E35B62-0D46-4BA6-94D7-45EFCC42F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Vowel categories are distributions in acoustic space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Typically analysed using measurements such as [F1, F2] or [B1B0, B2B1].</a:t>
            </a:r>
          </a:p>
          <a:p>
            <a:r>
              <a:rPr lang="en-GB" dirty="0"/>
              <a:t>Categories are represented not by a single point, but by a </a:t>
            </a:r>
            <a:r>
              <a:rPr lang="en-GB" b="1" dirty="0">
                <a:solidFill>
                  <a:schemeClr val="accent2"/>
                </a:solidFill>
              </a:rPr>
              <a:t>cloud</a:t>
            </a:r>
            <a:r>
              <a:rPr lang="en-GB" dirty="0">
                <a:solidFill>
                  <a:schemeClr val="accent2"/>
                </a:solidFill>
              </a:rPr>
              <a:t> of tokens</a:t>
            </a:r>
            <a:r>
              <a:rPr lang="en-GB" dirty="0"/>
              <a:t>.</a:t>
            </a:r>
          </a:p>
          <a:p>
            <a:r>
              <a:rPr lang="en-GB" dirty="0"/>
              <a:t>Every cloud has two fundamental properties:</a:t>
            </a:r>
          </a:p>
          <a:p>
            <a:pPr marL="720725" lvl="1" indent="-360363">
              <a:buFont typeface="+mj-lt"/>
              <a:buAutoNum type="arabicPeriod"/>
            </a:pPr>
            <a:r>
              <a:rPr lang="en-GB" dirty="0"/>
              <a:t>A </a:t>
            </a:r>
            <a:r>
              <a:rPr lang="en-GB" b="1" dirty="0">
                <a:solidFill>
                  <a:schemeClr val="accent2"/>
                </a:solidFill>
              </a:rPr>
              <a:t>central</a:t>
            </a:r>
            <a:r>
              <a:rPr lang="en-GB" dirty="0"/>
              <a:t> tendency: The mean or centroid of the category</a:t>
            </a:r>
          </a:p>
          <a:p>
            <a:pPr marL="720725" lvl="1" indent="-360363">
              <a:buFont typeface="+mj-lt"/>
              <a:buAutoNum type="arabicPeriod"/>
            </a:pPr>
            <a:r>
              <a:rPr lang="en-GB" dirty="0"/>
              <a:t>A </a:t>
            </a:r>
            <a:r>
              <a:rPr lang="en-GB" b="1" dirty="0">
                <a:solidFill>
                  <a:schemeClr val="accent2"/>
                </a:solidFill>
              </a:rPr>
              <a:t>covariance</a:t>
            </a:r>
            <a:r>
              <a:rPr lang="en-GB" dirty="0"/>
              <a:t> structure: The </a:t>
            </a:r>
            <a:r>
              <a:rPr lang="en-GB" dirty="0">
                <a:solidFill>
                  <a:schemeClr val="accent2"/>
                </a:solidFill>
              </a:rPr>
              <a:t>spread and orientation</a:t>
            </a:r>
            <a:r>
              <a:rPr lang="en-GB" dirty="0"/>
              <a:t> of the tokens around that centroid</a:t>
            </a:r>
          </a:p>
          <a:p>
            <a:r>
              <a:rPr lang="en-GB" dirty="0"/>
              <a:t>When we </a:t>
            </a:r>
            <a:r>
              <a:rPr lang="en-GB" b="1" dirty="0"/>
              <a:t>plot</a:t>
            </a:r>
            <a:r>
              <a:rPr lang="en-GB" dirty="0"/>
              <a:t> vowel tokens in acoustic space, we often observe </a:t>
            </a:r>
            <a:r>
              <a:rPr lang="en-GB" b="1" dirty="0"/>
              <a:t>elliptical clouds</a:t>
            </a:r>
            <a:r>
              <a:rPr lang="en-GB" dirty="0"/>
              <a:t> (and they graphically represent the covariance matrix).</a:t>
            </a:r>
          </a:p>
        </p:txBody>
      </p:sp>
    </p:spTree>
    <p:extLst>
      <p:ext uri="{BB962C8B-B14F-4D97-AF65-F5344CB8AC3E}">
        <p14:creationId xmlns:p14="http://schemas.microsoft.com/office/powerpoint/2010/main" val="36106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9E10576-9221-41B2-9DD4-EF4F2DE0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Three phonological questions</a:t>
            </a:r>
          </a:p>
        </p:txBody>
      </p:sp>
      <p:graphicFrame>
        <p:nvGraphicFramePr>
          <p:cNvPr id="4" name="Taula 4">
            <a:extLst>
              <a:ext uri="{FF2B5EF4-FFF2-40B4-BE49-F238E27FC236}">
                <a16:creationId xmlns:a16="http://schemas.microsoft.com/office/drawing/2014/main" id="{207E2D26-0222-44F6-BDD3-339EE546B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687264"/>
              </p:ext>
            </p:extLst>
          </p:nvPr>
        </p:nvGraphicFramePr>
        <p:xfrm>
          <a:off x="838200" y="1468438"/>
          <a:ext cx="10515600" cy="463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851848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11479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4124807"/>
                    </a:ext>
                  </a:extLst>
                </a:gridCol>
              </a:tblGrid>
              <a:tr h="59628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Dispersion of exemplars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Category separation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Target proximity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147711"/>
                  </a:ext>
                </a:extLst>
              </a:tr>
              <a:tr h="10092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How large or variable is a vowel category?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How distinct are two phonological categories?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How similar is a learner system to a reference system?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3369627"/>
                  </a:ext>
                </a:extLst>
              </a:tr>
              <a:tr h="1009286">
                <a:tc>
                  <a:txBody>
                    <a:bodyPr/>
                    <a:lstStyle/>
                    <a:p>
                      <a:pPr lvl="0" algn="ctr"/>
                      <a:r>
                        <a:rPr lang="en-GB" sz="1600" dirty="0"/>
                        <a:t>Do speakers produce consistent tokens?</a:t>
                      </a:r>
                    </a:p>
                    <a:p>
                      <a:pPr lvl="0" algn="ctr"/>
                      <a:r>
                        <a:rPr lang="en-GB" sz="1600" dirty="0"/>
                        <a:t>Or are productions highly variable?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600" dirty="0"/>
                        <a:t>Are /æ/ and /ʌ/ clearly separated?</a:t>
                      </a:r>
                    </a:p>
                    <a:p>
                      <a:pPr lvl="0" algn="ctr"/>
                      <a:r>
                        <a:rPr lang="en-GB" sz="1600" dirty="0"/>
                        <a:t>Or do they overlap in acoustic space?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600" dirty="0"/>
                        <a:t>Do learner productions resemble those of native speakers?</a:t>
                      </a:r>
                    </a:p>
                    <a:p>
                      <a:pPr lvl="0" algn="ctr"/>
                      <a:r>
                        <a:rPr lang="en-GB" sz="1600" dirty="0"/>
                        <a:t>Or do they diverge systematically?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903912"/>
                  </a:ext>
                </a:extLst>
              </a:tr>
              <a:tr h="10092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This question concerns </a:t>
                      </a:r>
                      <a:r>
                        <a:rPr lang="en-GB" b="1" dirty="0"/>
                        <a:t>the internal spread of a category</a:t>
                      </a:r>
                      <a:r>
                        <a:rPr lang="en-GB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This question concerns </a:t>
                      </a:r>
                      <a:r>
                        <a:rPr lang="en-GB" b="1" dirty="0"/>
                        <a:t>the distance between two categories </a:t>
                      </a:r>
                      <a:r>
                        <a:rPr lang="en-GB" b="1" dirty="0">
                          <a:solidFill>
                            <a:schemeClr val="accent2"/>
                          </a:solidFill>
                        </a:rPr>
                        <a:t>within</a:t>
                      </a:r>
                      <a:r>
                        <a:rPr lang="en-GB" b="1" dirty="0"/>
                        <a:t> a system</a:t>
                      </a:r>
                      <a:r>
                        <a:rPr lang="en-GB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This question concerns </a:t>
                      </a:r>
                      <a:r>
                        <a:rPr lang="en-GB" b="1" dirty="0"/>
                        <a:t>the relationship </a:t>
                      </a:r>
                      <a:r>
                        <a:rPr lang="en-GB" b="1" dirty="0">
                          <a:solidFill>
                            <a:schemeClr val="accent2"/>
                          </a:solidFill>
                        </a:rPr>
                        <a:t>between</a:t>
                      </a:r>
                      <a:r>
                        <a:rPr lang="en-GB" b="1" dirty="0"/>
                        <a:t> two entire systems</a:t>
                      </a:r>
                      <a:r>
                        <a:rPr lang="en-GB" dirty="0"/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383930"/>
                  </a:ext>
                </a:extLst>
              </a:tr>
              <a:tr h="1009286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Each of these questions focuses on </a:t>
                      </a:r>
                      <a:r>
                        <a:rPr lang="en-GB" b="1" dirty="0"/>
                        <a:t>a different geometric property</a:t>
                      </a:r>
                      <a:r>
                        <a:rPr lang="en-GB" dirty="0"/>
                        <a:t> of the vowel space.</a:t>
                      </a:r>
                    </a:p>
                    <a:p>
                      <a:pPr algn="ctr"/>
                      <a:r>
                        <a:rPr lang="en-GB" dirty="0"/>
                        <a:t>As a result, they require </a:t>
                      </a:r>
                      <a:r>
                        <a:rPr lang="en-GB" b="1" dirty="0">
                          <a:solidFill>
                            <a:schemeClr val="accent2"/>
                          </a:solidFill>
                        </a:rPr>
                        <a:t>different quantitative metrics</a:t>
                      </a:r>
                      <a:r>
                        <a:rPr lang="en-GB" dirty="0"/>
                        <a:t>.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0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3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24C4E02-7E97-4E79-AD51-7C7001B6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Data constraints: dimensions and tokens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7DCA009F-AEBD-4B7B-A183-DA74F863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analysing vowel clouds, the available information depends on two crucial factors.</a:t>
            </a:r>
          </a:p>
          <a:p>
            <a:pPr marL="720725" lvl="1" indent="-360363">
              <a:buFont typeface="+mj-lt"/>
              <a:buAutoNum type="arabicPeriod"/>
            </a:pPr>
            <a:r>
              <a:rPr lang="en-GB" b="1" dirty="0">
                <a:solidFill>
                  <a:schemeClr val="accent2"/>
                </a:solidFill>
              </a:rPr>
              <a:t>Dimensionality</a:t>
            </a:r>
            <a:r>
              <a:rPr lang="en-GB" dirty="0"/>
              <a:t> (</a:t>
            </a:r>
            <a:r>
              <a:rPr lang="en-GB" i="1" dirty="0"/>
              <a:t>p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How many dependent variables we consider (F1, F1 &amp; F2, F0 &amp; F1 &amp; F2, B1B0 &amp; B2B1…)</a:t>
            </a:r>
          </a:p>
          <a:p>
            <a:pPr lvl="2"/>
            <a:r>
              <a:rPr lang="en-GB" dirty="0"/>
              <a:t>Higher dimensionality allows us to capture more detailed structure of vowel categories, but also increases the complexity of the statistical models.</a:t>
            </a:r>
          </a:p>
          <a:p>
            <a:pPr marL="720725" lvl="1" indent="-360363">
              <a:buFont typeface="+mj-lt"/>
              <a:buAutoNum type="arabicPeriod"/>
            </a:pPr>
            <a:r>
              <a:rPr lang="en-GB" b="1" dirty="0">
                <a:solidFill>
                  <a:schemeClr val="accent2"/>
                </a:solidFill>
              </a:rPr>
              <a:t>Number of tokens</a:t>
            </a:r>
            <a:r>
              <a:rPr lang="en-GB" dirty="0"/>
              <a:t> (</a:t>
            </a:r>
            <a:r>
              <a:rPr lang="en-GB" i="1" dirty="0"/>
              <a:t>n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How many tokens are available for each category?</a:t>
            </a:r>
          </a:p>
          <a:p>
            <a:pPr lvl="2"/>
            <a:r>
              <a:rPr lang="en-GB" dirty="0"/>
              <a:t>Some metrics require many observations to estimate covariance matrices reliably.</a:t>
            </a:r>
          </a:p>
          <a:p>
            <a:pPr lvl="2"/>
            <a:r>
              <a:rPr lang="en-GB" dirty="0"/>
              <a:t>With very small datasets, certain metrics may become unstable or impossible to compute.</a:t>
            </a:r>
          </a:p>
        </p:txBody>
      </p:sp>
    </p:spTree>
    <p:extLst>
      <p:ext uri="{BB962C8B-B14F-4D97-AF65-F5344CB8AC3E}">
        <p14:creationId xmlns:p14="http://schemas.microsoft.com/office/powerpoint/2010/main" val="297035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939FBF99-E992-4905-BAD7-E50AB684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Different questions require different metrics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65DF453-E8AE-496F-B76E-7E3E6543B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No single metric captures all aspects of vowel systems.</a:t>
            </a:r>
          </a:p>
          <a:p>
            <a:r>
              <a:rPr lang="en-GB" dirty="0"/>
              <a:t>In this talk, we will look at five measures:</a:t>
            </a:r>
          </a:p>
          <a:p>
            <a:pPr marL="720725" lvl="1" indent="-360363">
              <a:buFont typeface="+mj-lt"/>
              <a:buAutoNum type="arabicPeriod"/>
            </a:pPr>
            <a:r>
              <a:rPr lang="en-GB" dirty="0"/>
              <a:t>Determinant of covariance </a:t>
            </a:r>
            <a:r>
              <a:rPr lang="el-GR" dirty="0">
                <a:solidFill>
                  <a:schemeClr val="accent4"/>
                </a:solidFill>
              </a:rPr>
              <a:t>∣Σ∣</a:t>
            </a:r>
            <a:endParaRPr lang="en-GB" dirty="0">
              <a:solidFill>
                <a:schemeClr val="accent4"/>
              </a:solidFill>
            </a:endParaRPr>
          </a:p>
          <a:p>
            <a:pPr marL="720725" lvl="1" indent="-360363">
              <a:buFont typeface="+mj-lt"/>
              <a:buAutoNum type="arabicPeriod"/>
            </a:pPr>
            <a:r>
              <a:rPr lang="en-GB" dirty="0"/>
              <a:t>Euclidean distance </a:t>
            </a:r>
            <a:r>
              <a:rPr lang="en-GB" i="1" dirty="0" err="1">
                <a:solidFill>
                  <a:schemeClr val="accent4"/>
                </a:solidFill>
              </a:rPr>
              <a:t>d</a:t>
            </a:r>
            <a:r>
              <a:rPr lang="en-GB" i="1" baseline="-25000" dirty="0" err="1">
                <a:solidFill>
                  <a:schemeClr val="accent4"/>
                </a:solidFill>
              </a:rPr>
              <a:t>E</a:t>
            </a:r>
            <a:r>
              <a:rPr lang="en-GB" i="1" baseline="-25000" dirty="0">
                <a:solidFill>
                  <a:schemeClr val="accent4"/>
                </a:solidFill>
              </a:rPr>
              <a:t>​</a:t>
            </a:r>
          </a:p>
          <a:p>
            <a:pPr marL="720725" lvl="1" indent="-360363">
              <a:buFont typeface="+mj-lt"/>
              <a:buAutoNum type="arabicPeriod"/>
            </a:pPr>
            <a:r>
              <a:rPr lang="en-GB" dirty="0" err="1"/>
              <a:t>Mahalanobis</a:t>
            </a:r>
            <a:r>
              <a:rPr lang="en-GB" dirty="0"/>
              <a:t> distance </a:t>
            </a:r>
            <a:r>
              <a:rPr lang="en-GB" i="1" dirty="0">
                <a:solidFill>
                  <a:schemeClr val="accent4"/>
                </a:solidFill>
              </a:rPr>
              <a:t>D</a:t>
            </a:r>
            <a:r>
              <a:rPr lang="en-GB" i="1" baseline="-25000" dirty="0">
                <a:solidFill>
                  <a:schemeClr val="accent4"/>
                </a:solidFill>
              </a:rPr>
              <a:t>M</a:t>
            </a:r>
            <a:endParaRPr lang="en-GB" dirty="0">
              <a:solidFill>
                <a:schemeClr val="accent4"/>
              </a:solidFill>
            </a:endParaRPr>
          </a:p>
          <a:p>
            <a:pPr marL="720725" lvl="1" indent="-360363">
              <a:buFont typeface="+mj-lt"/>
              <a:buAutoNum type="arabicPeriod"/>
            </a:pPr>
            <a:r>
              <a:rPr lang="en-GB" dirty="0"/>
              <a:t>Pillai trace </a:t>
            </a:r>
            <a:r>
              <a:rPr lang="en-GB" i="1" dirty="0">
                <a:solidFill>
                  <a:schemeClr val="accent4"/>
                </a:solidFill>
              </a:rPr>
              <a:t>V</a:t>
            </a:r>
            <a:r>
              <a:rPr lang="en-GB" i="1" baseline="-25000" dirty="0">
                <a:solidFill>
                  <a:schemeClr val="accent4"/>
                </a:solidFill>
              </a:rPr>
              <a:t>P</a:t>
            </a:r>
            <a:endParaRPr lang="en-GB" dirty="0">
              <a:solidFill>
                <a:schemeClr val="accent4"/>
              </a:solidFill>
            </a:endParaRPr>
          </a:p>
          <a:p>
            <a:pPr marL="720725" lvl="1" indent="-360363">
              <a:buFont typeface="+mj-lt"/>
              <a:buAutoNum type="arabicPeriod"/>
            </a:pPr>
            <a:r>
              <a:rPr lang="en-GB" dirty="0"/>
              <a:t>Bhattacharyya distance </a:t>
            </a:r>
            <a:r>
              <a:rPr lang="en-GB" i="1" dirty="0">
                <a:solidFill>
                  <a:schemeClr val="accent4"/>
                </a:solidFill>
              </a:rPr>
              <a:t>D</a:t>
            </a:r>
            <a:r>
              <a:rPr lang="en-GB" i="1" baseline="-25000" dirty="0">
                <a:solidFill>
                  <a:schemeClr val="accent4"/>
                </a:solidFill>
              </a:rPr>
              <a:t>B</a:t>
            </a:r>
            <a:endParaRPr lang="en-GB" dirty="0">
              <a:solidFill>
                <a:schemeClr val="accent4"/>
              </a:solidFill>
            </a:endParaRPr>
          </a:p>
          <a:p>
            <a:r>
              <a:rPr lang="en-GB" dirty="0"/>
              <a:t>Each metric:</a:t>
            </a:r>
          </a:p>
          <a:p>
            <a:pPr lvl="1"/>
            <a:r>
              <a:rPr lang="en-GB" dirty="0"/>
              <a:t>corresponds to </a:t>
            </a:r>
            <a:r>
              <a:rPr lang="en-GB" b="1" dirty="0"/>
              <a:t>a different mathematical idea of distance</a:t>
            </a:r>
            <a:endParaRPr lang="en-GB" dirty="0"/>
          </a:p>
          <a:p>
            <a:pPr lvl="1"/>
            <a:r>
              <a:rPr lang="en-GB" dirty="0"/>
              <a:t>may give </a:t>
            </a:r>
            <a:r>
              <a:rPr lang="en-GB" b="1" dirty="0"/>
              <a:t>a different interpretation</a:t>
            </a:r>
            <a:r>
              <a:rPr lang="en-GB" dirty="0"/>
              <a:t> of a single dataset</a:t>
            </a:r>
          </a:p>
        </p:txBody>
      </p:sp>
    </p:spTree>
    <p:extLst>
      <p:ext uri="{BB962C8B-B14F-4D97-AF65-F5344CB8AC3E}">
        <p14:creationId xmlns:p14="http://schemas.microsoft.com/office/powerpoint/2010/main" val="383664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1885327-4DFD-4533-8806-D34EC1EB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Determinant of covariance</a:t>
            </a:r>
          </a:p>
        </p:txBody>
      </p:sp>
      <p:grpSp>
        <p:nvGrpSpPr>
          <p:cNvPr id="13" name="Agrupa 12">
            <a:extLst>
              <a:ext uri="{FF2B5EF4-FFF2-40B4-BE49-F238E27FC236}">
                <a16:creationId xmlns:a16="http://schemas.microsoft.com/office/drawing/2014/main" id="{1D22AA75-E3CF-4344-8509-BA0D5939842C}"/>
              </a:ext>
            </a:extLst>
          </p:cNvPr>
          <p:cNvGrpSpPr/>
          <p:nvPr/>
        </p:nvGrpSpPr>
        <p:grpSpPr>
          <a:xfrm>
            <a:off x="2667000" y="1349372"/>
            <a:ext cx="6858000" cy="5143503"/>
            <a:chOff x="7620000" y="3428998"/>
            <a:chExt cx="4572000" cy="3429002"/>
          </a:xfrm>
        </p:grpSpPr>
        <p:pic>
          <p:nvPicPr>
            <p:cNvPr id="14" name="Imatge 13">
              <a:extLst>
                <a:ext uri="{FF2B5EF4-FFF2-40B4-BE49-F238E27FC236}">
                  <a16:creationId xmlns:a16="http://schemas.microsoft.com/office/drawing/2014/main" id="{0B384C7D-193A-4069-9F4F-70FD15869A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>
            <a:xfrm>
              <a:off x="9906000" y="3428998"/>
              <a:ext cx="2286000" cy="3429001"/>
            </a:xfrm>
            <a:prstGeom prst="rect">
              <a:avLst/>
            </a:prstGeom>
          </p:spPr>
        </p:pic>
        <p:pic>
          <p:nvPicPr>
            <p:cNvPr id="15" name="Imatge 14">
              <a:extLst>
                <a:ext uri="{FF2B5EF4-FFF2-40B4-BE49-F238E27FC236}">
                  <a16:creationId xmlns:a16="http://schemas.microsoft.com/office/drawing/2014/main" id="{E77B2F44-C713-4331-B769-DA16CA8BE4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7620000" y="3429000"/>
              <a:ext cx="2286000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247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1885327-4DFD-4533-8806-D34EC1EB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Determinant of covariance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52208524-1984-42FD-A86B-9732EAA71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9067800" cy="470889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covariance matrix describes the </a:t>
            </a:r>
            <a:r>
              <a:rPr lang="en-US" b="1" dirty="0"/>
              <a:t>shape of a vowel cloud </a:t>
            </a:r>
            <a:r>
              <a:rPr lang="en-US" dirty="0"/>
              <a:t>in acoustic space (spread, orientation, and correlation between dimensions).</a:t>
            </a:r>
          </a:p>
          <a:p>
            <a:pPr>
              <a:lnSpc>
                <a:spcPct val="120000"/>
              </a:lnSpc>
            </a:pPr>
            <a:r>
              <a:rPr lang="en-US" dirty="0"/>
              <a:t>Its </a:t>
            </a:r>
            <a:r>
              <a:rPr lang="en-US" b="1" dirty="0"/>
              <a:t>determinant</a:t>
            </a:r>
            <a:r>
              <a:rPr lang="en-US" dirty="0"/>
              <a:t> (a.k.a. </a:t>
            </a:r>
            <a:r>
              <a:rPr lang="en-US" i="1" dirty="0"/>
              <a:t>generalized variance</a:t>
            </a:r>
            <a:r>
              <a:rPr lang="en-US" dirty="0"/>
              <a:t>) is proportional to the </a:t>
            </a:r>
            <a:r>
              <a:rPr lang="en-US" b="1" dirty="0"/>
              <a:t>area of the dispersion ellipse</a:t>
            </a:r>
            <a:r>
              <a:rPr lang="en-US" dirty="0"/>
              <a:t>. Therefore, it captures the </a:t>
            </a:r>
            <a:r>
              <a:rPr lang="en-US" b="1" dirty="0">
                <a:solidFill>
                  <a:schemeClr val="accent1"/>
                </a:solidFill>
              </a:rPr>
              <a:t>overall size of the category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small determinant → compact category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large determinant → highly variable category</a:t>
            </a:r>
          </a:p>
          <a:p>
            <a:pPr>
              <a:lnSpc>
                <a:spcPct val="120000"/>
              </a:lnSpc>
            </a:pPr>
            <a:r>
              <a:rPr lang="en-US" dirty="0"/>
              <a:t>A very elongated but narrow cloud can have the same determinant as a more circular one; the determinant does not capture shape, only overall dispersion.</a:t>
            </a:r>
          </a:p>
        </p:txBody>
      </p:sp>
      <p:pic>
        <p:nvPicPr>
          <p:cNvPr id="17" name="Imatge 16">
            <a:extLst>
              <a:ext uri="{FF2B5EF4-FFF2-40B4-BE49-F238E27FC236}">
                <a16:creationId xmlns:a16="http://schemas.microsoft.com/office/drawing/2014/main" id="{4F034EDC-E3CD-4CAB-BB0C-DD479C320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0"/>
            <a:ext cx="228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2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1168BC6-5A27-4F8D-A15A-5FF31DA1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Determinant of covariance</a:t>
            </a:r>
          </a:p>
        </p:txBody>
      </p:sp>
      <p:sp>
        <p:nvSpPr>
          <p:cNvPr id="7" name="Contenidor de contingut 6">
            <a:extLst>
              <a:ext uri="{FF2B5EF4-FFF2-40B4-BE49-F238E27FC236}">
                <a16:creationId xmlns:a16="http://schemas.microsoft.com/office/drawing/2014/main" id="{CF6BB102-6717-49FC-B178-8249081F4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Vowel categories may differ in their </a:t>
            </a:r>
            <a:r>
              <a:rPr lang="en-US" b="1" dirty="0"/>
              <a:t>internal variability</a:t>
            </a:r>
            <a:r>
              <a:rPr lang="en-US" dirty="0"/>
              <a:t>.</a:t>
            </a:r>
          </a:p>
          <a:p>
            <a:r>
              <a:rPr lang="en-US" dirty="0"/>
              <a:t>The determinant of the covariance matrix provides a </a:t>
            </a:r>
            <a:r>
              <a:rPr lang="en-US" b="1" dirty="0"/>
              <a:t>simple quantitative measure of this dispersion</a:t>
            </a:r>
            <a:r>
              <a:rPr lang="en-US" dirty="0"/>
              <a:t>.</a:t>
            </a:r>
          </a:p>
          <a:p>
            <a:r>
              <a:rPr lang="en-US" dirty="0"/>
              <a:t>In phonological terms, greater dispersion may reflect:</a:t>
            </a:r>
          </a:p>
          <a:p>
            <a:pPr lvl="1"/>
            <a:r>
              <a:rPr lang="en-US" dirty="0"/>
              <a:t>unstable production</a:t>
            </a:r>
          </a:p>
          <a:p>
            <a:pPr lvl="1"/>
            <a:r>
              <a:rPr lang="en-US" dirty="0"/>
              <a:t>increased phonetic variability</a:t>
            </a:r>
          </a:p>
          <a:p>
            <a:pPr lvl="1"/>
            <a:r>
              <a:rPr lang="en-US" dirty="0"/>
              <a:t>reduced category control</a:t>
            </a:r>
          </a:p>
          <a:p>
            <a:r>
              <a:rPr lang="en-US" dirty="0"/>
              <a:t>Unlike convex hull measures, covariance-based measures are less dependent on a few extreme tokens.</a:t>
            </a:r>
          </a:p>
        </p:txBody>
      </p:sp>
    </p:spTree>
    <p:extLst>
      <p:ext uri="{BB962C8B-B14F-4D97-AF65-F5344CB8AC3E}">
        <p14:creationId xmlns:p14="http://schemas.microsoft.com/office/powerpoint/2010/main" val="771277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0002102-BC37-44BE-ABDC-B969A863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 of covariance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25E2A8F4-8C62-4408-ADE3-BC52A35D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Few articles measure vowel dispersion using the determinant of covariance, but: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Distance measures such as </a:t>
            </a:r>
            <a:r>
              <a:rPr lang="en-US" b="1" dirty="0" err="1"/>
              <a:t>Mahalanobis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Bhattacharyya</a:t>
            </a:r>
            <a:r>
              <a:rPr lang="en-US" dirty="0"/>
              <a:t> are widely used, and they rely on the same covariance matrix.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Vowel categories are treated as a bivariate or multivariate distribution in acoustic space (i.e., not relying on examining F1 and F2 separately), so considering both the </a:t>
            </a:r>
            <a:r>
              <a:rPr lang="en-US" b="1" dirty="0"/>
              <a:t>dispersion</a:t>
            </a:r>
            <a:r>
              <a:rPr lang="en-US" dirty="0"/>
              <a:t> and the </a:t>
            </a:r>
            <a:r>
              <a:rPr lang="en-US" b="1" dirty="0"/>
              <a:t>orientation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The determinant can be understood as a </a:t>
            </a:r>
            <a:r>
              <a:rPr lang="en-US" b="1" dirty="0"/>
              <a:t>derived scalar measure</a:t>
            </a:r>
            <a:r>
              <a:rPr lang="en-US" dirty="0"/>
              <a:t> summarizing </a:t>
            </a:r>
            <a:r>
              <a:rPr lang="en-US" b="1" dirty="0"/>
              <a:t>the global dispersion encoded in the covariance structure</a:t>
            </a:r>
            <a:r>
              <a:rPr lang="en-US" dirty="0"/>
              <a:t>.</a:t>
            </a:r>
            <a:endParaRPr lang="en-US" b="1" dirty="0"/>
          </a:p>
          <a:p>
            <a:pPr lvl="1">
              <a:lnSpc>
                <a:spcPct val="120000"/>
              </a:lnSpc>
            </a:pPr>
            <a:r>
              <a:rPr lang="en-US" dirty="0"/>
              <a:t>And it is used across many fields: geometric morphometrics, </a:t>
            </a:r>
            <a:r>
              <a:rPr lang="en-US" dirty="0" err="1"/>
              <a:t>morphospace</a:t>
            </a:r>
            <a:r>
              <a:rPr lang="en-US" dirty="0"/>
              <a:t> and floral disparity, ecological niche modeling, behavioral neuroscience, genomics, etc.</a:t>
            </a:r>
          </a:p>
        </p:txBody>
      </p:sp>
    </p:spTree>
    <p:extLst>
      <p:ext uri="{BB962C8B-B14F-4D97-AF65-F5344CB8AC3E}">
        <p14:creationId xmlns:p14="http://schemas.microsoft.com/office/powerpoint/2010/main" val="1027845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C1C76EE-C8B0-4325-80C4-8A7369A7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/>
              <a:t>Euclidean distance</a:t>
            </a:r>
          </a:p>
        </p:txBody>
      </p:sp>
      <p:grpSp>
        <p:nvGrpSpPr>
          <p:cNvPr id="6" name="Agrupa 5">
            <a:extLst>
              <a:ext uri="{FF2B5EF4-FFF2-40B4-BE49-F238E27FC236}">
                <a16:creationId xmlns:a16="http://schemas.microsoft.com/office/drawing/2014/main" id="{2ACC16B0-689B-4702-BED1-FB749900DB86}"/>
              </a:ext>
            </a:extLst>
          </p:cNvPr>
          <p:cNvGrpSpPr/>
          <p:nvPr/>
        </p:nvGrpSpPr>
        <p:grpSpPr>
          <a:xfrm>
            <a:off x="2667000" y="1349372"/>
            <a:ext cx="6858000" cy="5143503"/>
            <a:chOff x="7620000" y="3428998"/>
            <a:chExt cx="4572000" cy="3429001"/>
          </a:xfrm>
        </p:grpSpPr>
        <p:pic>
          <p:nvPicPr>
            <p:cNvPr id="13" name="Imatge 12">
              <a:extLst>
                <a:ext uri="{FF2B5EF4-FFF2-40B4-BE49-F238E27FC236}">
                  <a16:creationId xmlns:a16="http://schemas.microsoft.com/office/drawing/2014/main" id="{CE294AB5-AA85-4E2A-92C9-92DE0367C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>
            <a:xfrm>
              <a:off x="9906000" y="3428998"/>
              <a:ext cx="2286000" cy="3429001"/>
            </a:xfrm>
            <a:prstGeom prst="rect">
              <a:avLst/>
            </a:prstGeom>
          </p:spPr>
        </p:pic>
        <p:pic>
          <p:nvPicPr>
            <p:cNvPr id="8" name="Imatge 7">
              <a:extLst>
                <a:ext uri="{FF2B5EF4-FFF2-40B4-BE49-F238E27FC236}">
                  <a16:creationId xmlns:a16="http://schemas.microsoft.com/office/drawing/2014/main" id="{A65B8E08-FCFE-45B4-A40E-5AEEB6DB71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7620000" y="3428998"/>
              <a:ext cx="2286000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16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C1C76EE-C8B0-4325-80C4-8A7369A7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/>
              <a:t>Euclidean distance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FFC21D5-293F-4509-AAD8-C26E0DF40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9067800" cy="4708890"/>
          </a:xfrm>
        </p:spPr>
        <p:txBody>
          <a:bodyPr>
            <a:normAutofit/>
          </a:bodyPr>
          <a:lstStyle/>
          <a:p>
            <a:r>
              <a:rPr lang="en-GB" dirty="0"/>
              <a:t>Euclidean distance is the most familiar notion of distance.</a:t>
            </a:r>
          </a:p>
          <a:p>
            <a:r>
              <a:rPr lang="en-US" dirty="0"/>
              <a:t>It measures the </a:t>
            </a:r>
            <a:r>
              <a:rPr lang="en-US" b="1" dirty="0">
                <a:solidFill>
                  <a:schemeClr val="accent2"/>
                </a:solidFill>
              </a:rPr>
              <a:t>straight-line distance</a:t>
            </a:r>
            <a:r>
              <a:rPr lang="en-US" dirty="0">
                <a:solidFill>
                  <a:schemeClr val="accent2"/>
                </a:solidFill>
              </a:rPr>
              <a:t> between two points </a:t>
            </a:r>
            <a:r>
              <a:rPr lang="en-US" dirty="0"/>
              <a:t>in space.</a:t>
            </a:r>
          </a:p>
          <a:p>
            <a:r>
              <a:rPr lang="en-US" dirty="0"/>
              <a:t>These points may correspond to individual </a:t>
            </a:r>
            <a:r>
              <a:rPr lang="en-US" b="1" dirty="0"/>
              <a:t>tokens</a:t>
            </a:r>
            <a:r>
              <a:rPr lang="en-US" dirty="0"/>
              <a:t> or category </a:t>
            </a:r>
            <a:r>
              <a:rPr lang="en-US" b="1" dirty="0"/>
              <a:t>centroids</a:t>
            </a:r>
            <a:r>
              <a:rPr lang="en-US" dirty="0"/>
              <a:t>.</a:t>
            </a:r>
          </a:p>
          <a:p>
            <a:r>
              <a:rPr lang="en-GB" dirty="0"/>
              <a:t>It is intuitive and easy to interpret. It derives from the Pythagorean theorem.</a:t>
            </a:r>
          </a:p>
        </p:txBody>
      </p:sp>
      <p:pic>
        <p:nvPicPr>
          <p:cNvPr id="13" name="Imatge 12">
            <a:extLst>
              <a:ext uri="{FF2B5EF4-FFF2-40B4-BE49-F238E27FC236}">
                <a16:creationId xmlns:a16="http://schemas.microsoft.com/office/drawing/2014/main" id="{CE294AB5-AA85-4E2A-92C9-92DE0367C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0"/>
            <a:ext cx="2286000" cy="6858000"/>
          </a:xfrm>
          <a:prstGeom prst="rect">
            <a:avLst/>
          </a:prstGeom>
        </p:spPr>
      </p:pic>
      <p:pic>
        <p:nvPicPr>
          <p:cNvPr id="19" name="Gràfic 18">
            <a:extLst>
              <a:ext uri="{FF2B5EF4-FFF2-40B4-BE49-F238E27FC236}">
                <a16:creationId xmlns:a16="http://schemas.microsoft.com/office/drawing/2014/main" id="{731DA5B2-B80E-42B3-B4E0-CB34E2926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6166" y="5262838"/>
            <a:ext cx="6891868" cy="61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0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7FF94370-2D88-4D82-8EF3-EF70C2C3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Euclidean distance</a:t>
            </a:r>
          </a:p>
        </p:txBody>
      </p:sp>
      <p:sp>
        <p:nvSpPr>
          <p:cNvPr id="7" name="Contenidor de contingut 6">
            <a:extLst>
              <a:ext uri="{FF2B5EF4-FFF2-40B4-BE49-F238E27FC236}">
                <a16:creationId xmlns:a16="http://schemas.microsoft.com/office/drawing/2014/main" id="{67959C91-B7D4-4B00-ABE4-2313B0A4C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Euclidean distance is computed only between two points. Therefore: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</a:t>
            </a:r>
            <a:r>
              <a:rPr lang="en-US" dirty="0">
                <a:solidFill>
                  <a:schemeClr val="accent2"/>
                </a:solidFill>
              </a:rPr>
              <a:t>ignores the shape</a:t>
            </a:r>
            <a:r>
              <a:rPr lang="en-US" dirty="0"/>
              <a:t> of the distributions (the covariance structure).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</a:t>
            </a:r>
            <a:r>
              <a:rPr lang="en-US" dirty="0">
                <a:solidFill>
                  <a:schemeClr val="accent2"/>
                </a:solidFill>
              </a:rPr>
              <a:t>assumes that all directions in the space are equivalent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However: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Vowel categories may have very different distributions (more elongated, more compact…)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Even when centroid distances are identical, the perceptual or phonological separation between categories may differ.</a:t>
            </a:r>
          </a:p>
          <a:p>
            <a:pPr>
              <a:lnSpc>
                <a:spcPct val="120000"/>
              </a:lnSpc>
            </a:pPr>
            <a:r>
              <a:rPr lang="en-US" dirty="0"/>
              <a:t>As a result, </a:t>
            </a:r>
            <a:r>
              <a:rPr lang="en-US" b="1" dirty="0"/>
              <a:t>Euclidean distance may fail</a:t>
            </a:r>
            <a:r>
              <a:rPr lang="en-US" dirty="0"/>
              <a:t> to capture important aspects of vowel-space structure.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606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4BF3BEB-0B42-413A-B55A-5250740C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 err="1"/>
              <a:t>Mahalanobis</a:t>
            </a:r>
            <a:r>
              <a:rPr lang="en-GB" dirty="0"/>
              <a:t> distance</a:t>
            </a:r>
          </a:p>
        </p:txBody>
      </p:sp>
      <p:grpSp>
        <p:nvGrpSpPr>
          <p:cNvPr id="8" name="Agrupa 7">
            <a:extLst>
              <a:ext uri="{FF2B5EF4-FFF2-40B4-BE49-F238E27FC236}">
                <a16:creationId xmlns:a16="http://schemas.microsoft.com/office/drawing/2014/main" id="{6AA044E0-C8A7-4044-BEE5-4067C7345599}"/>
              </a:ext>
            </a:extLst>
          </p:cNvPr>
          <p:cNvGrpSpPr/>
          <p:nvPr/>
        </p:nvGrpSpPr>
        <p:grpSpPr>
          <a:xfrm>
            <a:off x="2667000" y="1349372"/>
            <a:ext cx="6858000" cy="5143503"/>
            <a:chOff x="7620000" y="3428998"/>
            <a:chExt cx="4572000" cy="3429002"/>
          </a:xfrm>
        </p:grpSpPr>
        <p:pic>
          <p:nvPicPr>
            <p:cNvPr id="5" name="Imatge 4">
              <a:extLst>
                <a:ext uri="{FF2B5EF4-FFF2-40B4-BE49-F238E27FC236}">
                  <a16:creationId xmlns:a16="http://schemas.microsoft.com/office/drawing/2014/main" id="{121EEEC8-1D48-4666-9C9B-E239A710F1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>
            <a:xfrm>
              <a:off x="9906000" y="3428998"/>
              <a:ext cx="2286000" cy="3429001"/>
            </a:xfrm>
            <a:prstGeom prst="rect">
              <a:avLst/>
            </a:prstGeom>
          </p:spPr>
        </p:pic>
        <p:pic>
          <p:nvPicPr>
            <p:cNvPr id="7" name="Imatge 6">
              <a:extLst>
                <a:ext uri="{FF2B5EF4-FFF2-40B4-BE49-F238E27FC236}">
                  <a16:creationId xmlns:a16="http://schemas.microsoft.com/office/drawing/2014/main" id="{138E09A1-1716-4233-A73A-24517004C2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7620000" y="3429000"/>
              <a:ext cx="2286000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456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4BF3BEB-0B42-413A-B55A-5250740C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 err="1"/>
              <a:t>Mahalanobis</a:t>
            </a:r>
            <a:r>
              <a:rPr lang="en-GB" dirty="0"/>
              <a:t> distance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D0B1FC6C-CE2C-4B8C-B2D3-21DE63D43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438"/>
            <a:ext cx="9067800" cy="47085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Mahalanobis</a:t>
            </a:r>
            <a:r>
              <a:rPr lang="en-US" dirty="0"/>
              <a:t> distance extends Euclidean distance by taking into account the </a:t>
            </a:r>
            <a:r>
              <a:rPr lang="en-US" b="1" dirty="0"/>
              <a:t>covariance structure of the reference distribution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Instead of measuring distance in raw acoustic space, it measures distance </a:t>
            </a:r>
            <a:r>
              <a:rPr lang="en-US" b="1" dirty="0">
                <a:solidFill>
                  <a:schemeClr val="accent2"/>
                </a:solidFill>
              </a:rPr>
              <a:t>relative to the shape of the reference distribution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As a result, the same Euclidean distance can correspond to </a:t>
            </a:r>
            <a:r>
              <a:rPr lang="en-US" b="1" dirty="0"/>
              <a:t>very different positions relative to the reference category</a:t>
            </a:r>
            <a:r>
              <a:rPr lang="en-US" dirty="0"/>
              <a:t>.</a:t>
            </a: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121EEEC8-1D48-4666-9C9B-E239A710F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0"/>
            <a:ext cx="228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9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tge 5">
            <a:extLst>
              <a:ext uri="{FF2B5EF4-FFF2-40B4-BE49-F238E27FC236}">
                <a16:creationId xmlns:a16="http://schemas.microsoft.com/office/drawing/2014/main" id="{FD2A47D2-64F3-4068-BB50-E46B6E1076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5" t="4495" r="60264" b="27284"/>
          <a:stretch/>
        </p:blipFill>
        <p:spPr>
          <a:xfrm flipH="1">
            <a:off x="10155045" y="3330088"/>
            <a:ext cx="1481316" cy="2830958"/>
          </a:xfrm>
          <a:prstGeom prst="rect">
            <a:avLst/>
          </a:prstGeom>
        </p:spPr>
      </p:pic>
      <p:pic>
        <p:nvPicPr>
          <p:cNvPr id="9" name="Imatge 8">
            <a:extLst>
              <a:ext uri="{FF2B5EF4-FFF2-40B4-BE49-F238E27FC236}">
                <a16:creationId xmlns:a16="http://schemas.microsoft.com/office/drawing/2014/main" id="{6D110C7F-9753-4F49-B0A3-ABBCAA2822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1" t="4495" r="40288" b="27284"/>
          <a:stretch/>
        </p:blipFill>
        <p:spPr>
          <a:xfrm>
            <a:off x="465500" y="3330088"/>
            <a:ext cx="1481317" cy="2830958"/>
          </a:xfrm>
          <a:prstGeom prst="rect">
            <a:avLst/>
          </a:prstGeom>
        </p:spPr>
      </p:pic>
      <p:sp>
        <p:nvSpPr>
          <p:cNvPr id="2" name="Títol 1">
            <a:extLst>
              <a:ext uri="{FF2B5EF4-FFF2-40B4-BE49-F238E27FC236}">
                <a16:creationId xmlns:a16="http://schemas.microsoft.com/office/drawing/2014/main" id="{A56DC8B5-439D-4E35-8A98-62EDADBF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Mahalanobis</a:t>
            </a:r>
            <a:r>
              <a:rPr lang="en-GB" dirty="0"/>
              <a:t> distance</a:t>
            </a:r>
            <a:endParaRPr lang="en-US" dirty="0"/>
          </a:p>
        </p:txBody>
      </p:sp>
      <p:sp>
        <p:nvSpPr>
          <p:cNvPr id="11" name="Contenidor de contingut 10">
            <a:extLst>
              <a:ext uri="{FF2B5EF4-FFF2-40B4-BE49-F238E27FC236}">
                <a16:creationId xmlns:a16="http://schemas.microsoft.com/office/drawing/2014/main" id="{1967F968-A2A5-4615-8E21-C5E193060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9127663" cy="1591650"/>
          </a:xfrm>
        </p:spPr>
        <p:txBody>
          <a:bodyPr/>
          <a:lstStyle/>
          <a:p>
            <a:r>
              <a:rPr lang="en-US" dirty="0"/>
              <a:t>It is computed relative to the reference distribution:</a:t>
            </a:r>
          </a:p>
          <a:p>
            <a:pPr lvl="1"/>
            <a:r>
              <a:rPr lang="en-US" dirty="0"/>
              <a:t>its overall dispersion (variance) — “how big”</a:t>
            </a:r>
          </a:p>
          <a:p>
            <a:pPr lvl="1"/>
            <a:r>
              <a:rPr lang="en-US" dirty="0"/>
              <a:t>its directional structure (covariance) — “how elongated”</a:t>
            </a:r>
          </a:p>
        </p:txBody>
      </p:sp>
      <p:pic>
        <p:nvPicPr>
          <p:cNvPr id="12" name="Contenidor de contingut 5">
            <a:extLst>
              <a:ext uri="{FF2B5EF4-FFF2-40B4-BE49-F238E27FC236}">
                <a16:creationId xmlns:a16="http://schemas.microsoft.com/office/drawing/2014/main" id="{24958ACD-9466-4317-B303-AEE2FC6627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6" b="6140"/>
          <a:stretch/>
        </p:blipFill>
        <p:spPr>
          <a:xfrm>
            <a:off x="2138214" y="3121269"/>
            <a:ext cx="7315447" cy="32485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058912-7368-4EA1-AA81-D534758B3D47}"/>
              </a:ext>
            </a:extLst>
          </p:cNvPr>
          <p:cNvSpPr/>
          <p:nvPr/>
        </p:nvSpPr>
        <p:spPr>
          <a:xfrm>
            <a:off x="7385983" y="3429000"/>
            <a:ext cx="2790825" cy="8477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QuadreDeText 2">
            <a:extLst>
              <a:ext uri="{FF2B5EF4-FFF2-40B4-BE49-F238E27FC236}">
                <a16:creationId xmlns:a16="http://schemas.microsoft.com/office/drawing/2014/main" id="{3F0F8F97-63C8-4322-B914-ED30FA93086B}"/>
              </a:ext>
            </a:extLst>
          </p:cNvPr>
          <p:cNvSpPr txBox="1"/>
          <p:nvPr/>
        </p:nvSpPr>
        <p:spPr>
          <a:xfrm>
            <a:off x="7577379" y="3529697"/>
            <a:ext cx="2408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Same Euclidean distance: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0.90</a:t>
            </a:r>
            <a:r>
              <a:rPr lang="en-US" dirty="0"/>
              <a:t> for all four cases</a:t>
            </a:r>
          </a:p>
        </p:txBody>
      </p:sp>
    </p:spTree>
    <p:extLst>
      <p:ext uri="{BB962C8B-B14F-4D97-AF65-F5344CB8AC3E}">
        <p14:creationId xmlns:p14="http://schemas.microsoft.com/office/powerpoint/2010/main" val="2968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091A631-72F3-4176-9A98-DB80B486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 err="1"/>
              <a:t>Mahalanobis</a:t>
            </a:r>
            <a:r>
              <a:rPr lang="en-GB" dirty="0"/>
              <a:t> distance</a:t>
            </a:r>
          </a:p>
        </p:txBody>
      </p:sp>
      <p:sp>
        <p:nvSpPr>
          <p:cNvPr id="7" name="Contenidor de contingut 6">
            <a:extLst>
              <a:ext uri="{FF2B5EF4-FFF2-40B4-BE49-F238E27FC236}">
                <a16:creationId xmlns:a16="http://schemas.microsoft.com/office/drawing/2014/main" id="{DD74D8BE-7935-4C6F-AAD9-76104C322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Mahalanobis</a:t>
            </a:r>
            <a:r>
              <a:rPr lang="en-US" dirty="0"/>
              <a:t> distance has been widely used in acoustic phonetics: </a:t>
            </a:r>
            <a:r>
              <a:rPr lang="en-US" dirty="0" err="1"/>
              <a:t>Nearey</a:t>
            </a:r>
            <a:r>
              <a:rPr lang="en-US" dirty="0"/>
              <a:t> (1977, 1989), Hillenbrand et al. (1995), </a:t>
            </a:r>
            <a:r>
              <a:rPr lang="en-US" dirty="0" err="1"/>
              <a:t>Wassink</a:t>
            </a:r>
            <a:r>
              <a:rPr lang="en-US" dirty="0"/>
              <a:t> (2006).</a:t>
            </a:r>
          </a:p>
          <a:p>
            <a:pPr>
              <a:lnSpc>
                <a:spcPct val="120000"/>
              </a:lnSpc>
            </a:pPr>
            <a:r>
              <a:rPr lang="en-US" dirty="0"/>
              <a:t>It provides a </a:t>
            </a:r>
            <a:r>
              <a:rPr lang="en-US" b="1" dirty="0"/>
              <a:t>distribution-aware measure of distance</a:t>
            </a:r>
            <a:r>
              <a:rPr lang="en-US" dirty="0"/>
              <a:t>. It measures the distance between </a:t>
            </a:r>
            <a:r>
              <a:rPr lang="en-US" b="1" dirty="0"/>
              <a:t>a point</a:t>
            </a:r>
            <a:r>
              <a:rPr lang="en-US" dirty="0"/>
              <a:t> and </a:t>
            </a:r>
            <a:r>
              <a:rPr lang="en-US" b="1" dirty="0"/>
              <a:t>a reference distribution</a:t>
            </a:r>
            <a:r>
              <a:rPr lang="en-US" dirty="0"/>
              <a:t>, and therefore it captures: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how typical a token is relative to a </a:t>
            </a:r>
            <a:r>
              <a:rPr lang="en-US" b="1" dirty="0"/>
              <a:t>target category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how far learner productions lie from a </a:t>
            </a:r>
            <a:r>
              <a:rPr lang="en-US" b="1" dirty="0"/>
              <a:t>native distribution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This makes </a:t>
            </a:r>
            <a:r>
              <a:rPr lang="en-US" dirty="0" err="1"/>
              <a:t>Mahalanobis</a:t>
            </a:r>
            <a:r>
              <a:rPr lang="en-US" dirty="0"/>
              <a:t> distance particularly useful for </a:t>
            </a:r>
            <a:r>
              <a:rPr lang="en-US" b="1" dirty="0"/>
              <a:t>between-group comparisons</a:t>
            </a:r>
            <a:r>
              <a:rPr lang="en-US" dirty="0"/>
              <a:t>, such as measuring the distance of productions from a </a:t>
            </a:r>
            <a:r>
              <a:rPr lang="en-US" b="1" dirty="0"/>
              <a:t>target phonological category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354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D3F1198-A72D-4B2F-9816-C24EE936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Pillai trace &amp; Bhattacharyya distance</a:t>
            </a:r>
          </a:p>
        </p:txBody>
      </p:sp>
      <p:grpSp>
        <p:nvGrpSpPr>
          <p:cNvPr id="6" name="Agrupa 5">
            <a:extLst>
              <a:ext uri="{FF2B5EF4-FFF2-40B4-BE49-F238E27FC236}">
                <a16:creationId xmlns:a16="http://schemas.microsoft.com/office/drawing/2014/main" id="{C80D3625-E72D-48CA-B9B6-721E8E35BA67}"/>
              </a:ext>
            </a:extLst>
          </p:cNvPr>
          <p:cNvGrpSpPr/>
          <p:nvPr/>
        </p:nvGrpSpPr>
        <p:grpSpPr>
          <a:xfrm>
            <a:off x="2667000" y="1349372"/>
            <a:ext cx="6858000" cy="5143503"/>
            <a:chOff x="7620000" y="3429000"/>
            <a:chExt cx="4572000" cy="3429000"/>
          </a:xfrm>
        </p:grpSpPr>
        <p:pic>
          <p:nvPicPr>
            <p:cNvPr id="7" name="Imatge 6">
              <a:extLst>
                <a:ext uri="{FF2B5EF4-FFF2-40B4-BE49-F238E27FC236}">
                  <a16:creationId xmlns:a16="http://schemas.microsoft.com/office/drawing/2014/main" id="{E1B356C6-39AE-4905-B424-30BC4E129A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>
            <a:xfrm>
              <a:off x="9906000" y="3429000"/>
              <a:ext cx="2286000" cy="3429000"/>
            </a:xfrm>
            <a:prstGeom prst="rect">
              <a:avLst/>
            </a:prstGeom>
          </p:spPr>
        </p:pic>
        <p:pic>
          <p:nvPicPr>
            <p:cNvPr id="8" name="Imatge 7">
              <a:extLst>
                <a:ext uri="{FF2B5EF4-FFF2-40B4-BE49-F238E27FC236}">
                  <a16:creationId xmlns:a16="http://schemas.microsoft.com/office/drawing/2014/main" id="{FE8E1A91-E62A-4D4A-9CA3-C14B7F9F9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7620000" y="3429000"/>
              <a:ext cx="2286000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0576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D3F1198-A72D-4B2F-9816-C24EE936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/>
              <a:t>Pillai trace</a:t>
            </a:r>
            <a:endParaRPr lang="en-GB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477B419B-1DAF-4C2A-9BEE-DC5E77724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9067800" cy="470889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Pillai trace is a statistic derived from MANOVA (Multivariate Analysis of Variance).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Therefore, it is based on a linear model and involves statistical assumptions.</a:t>
            </a:r>
          </a:p>
          <a:p>
            <a:pPr>
              <a:lnSpc>
                <a:spcPct val="120000"/>
              </a:lnSpc>
            </a:pPr>
            <a:r>
              <a:rPr lang="en-GB" dirty="0"/>
              <a:t>It measures </a:t>
            </a:r>
            <a:r>
              <a:rPr lang="en-GB" dirty="0">
                <a:solidFill>
                  <a:schemeClr val="accent2"/>
                </a:solidFill>
              </a:rPr>
              <a:t>how much of the variance in the data is explained by a categorical factor </a:t>
            </a:r>
            <a:r>
              <a:rPr lang="en-GB" dirty="0"/>
              <a:t>(e.g., vowel category).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It reflects the degree to which categories occupy distinct regions.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Higher values indicate clearer category separation, i.e., less overlap between distributions.</a:t>
            </a:r>
          </a:p>
          <a:p>
            <a:pPr>
              <a:lnSpc>
                <a:spcPct val="120000"/>
              </a:lnSpc>
            </a:pPr>
            <a:r>
              <a:rPr lang="en-GB" dirty="0"/>
              <a:t>Widely used in (socio)phonetics to quantify </a:t>
            </a:r>
            <a:r>
              <a:rPr lang="en-GB" b="1" dirty="0"/>
              <a:t>vowel mergers and contrasts</a:t>
            </a:r>
            <a:r>
              <a:rPr lang="en-GB" dirty="0"/>
              <a:t>.</a:t>
            </a:r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E1B356C6-39AE-4905-B424-30BC4E129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0"/>
            <a:ext cx="228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48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85B77A2-1BFD-4861-8C62-9D33B998B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Bhattacharyya distance</a:t>
            </a:r>
            <a:endParaRPr lang="en-U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314D599-8FD3-4B54-B1D6-6EB335641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10515600" cy="470889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Bhattacharyya distance measures the difference between two probability distributions.</a:t>
            </a:r>
          </a:p>
          <a:p>
            <a:pPr>
              <a:lnSpc>
                <a:spcPct val="120000"/>
              </a:lnSpc>
            </a:pPr>
            <a:r>
              <a:rPr lang="en-GB" dirty="0"/>
              <a:t>Particularly useful for measuring </a:t>
            </a:r>
            <a:r>
              <a:rPr lang="en-GB" dirty="0">
                <a:solidFill>
                  <a:schemeClr val="accent2"/>
                </a:solidFill>
              </a:rPr>
              <a:t>distributional overlap between categories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Bhattacharyya distance increases as two distributions become more distinct.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Small values → strong overlap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Large values → clear separation</a:t>
            </a:r>
          </a:p>
          <a:p>
            <a:pPr>
              <a:lnSpc>
                <a:spcPct val="120000"/>
              </a:lnSpc>
            </a:pPr>
            <a:r>
              <a:rPr lang="en-GB" dirty="0"/>
              <a:t>Because it incorporates both mean differences and covariance structure, it captures more aspects of vowel geometry than simpler metrics.</a:t>
            </a:r>
          </a:p>
        </p:txBody>
      </p:sp>
    </p:spTree>
    <p:extLst>
      <p:ext uri="{BB962C8B-B14F-4D97-AF65-F5344CB8AC3E}">
        <p14:creationId xmlns:p14="http://schemas.microsoft.com/office/powerpoint/2010/main" val="468453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D7CC0A1-E3FC-4A5D-815D-8ADD610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Pillai vs Bhattacharyya  /1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FB44C27D-7483-4D90-A252-14A1DF5C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975" y="1468073"/>
            <a:ext cx="7886700" cy="470889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Both measures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rely on covariance matrices (</a:t>
            </a:r>
            <a:r>
              <a:rPr lang="en-GB" dirty="0"/>
              <a:t>no need for normal distributions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can be computed for </a:t>
            </a:r>
            <a:r>
              <a:rPr lang="en-GB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 or multiple dependent variables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b="1" dirty="0"/>
              <a:t>require sufficient observations </a:t>
            </a:r>
            <a:r>
              <a:rPr lang="en-GB" dirty="0"/>
              <a:t>for each data cloud to estimate covariance matrices (n observations &gt; n variables)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Bhatt. is usually computed pairwise, whereas Pillai extends to comparisons involving multiple groups.</a:t>
            </a: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8CD6A80D-D180-4FD1-9107-DF1FFAFD6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3" t="5950" r="52957"/>
          <a:stretch/>
        </p:blipFill>
        <p:spPr>
          <a:xfrm>
            <a:off x="330044" y="2171420"/>
            <a:ext cx="1650564" cy="3368768"/>
          </a:xfrm>
          <a:prstGeom prst="rect">
            <a:avLst/>
          </a:prstGeom>
        </p:spPr>
      </p:pic>
      <p:pic>
        <p:nvPicPr>
          <p:cNvPr id="6" name="Imatge 5">
            <a:extLst>
              <a:ext uri="{FF2B5EF4-FFF2-40B4-BE49-F238E27FC236}">
                <a16:creationId xmlns:a16="http://schemas.microsoft.com/office/drawing/2014/main" id="{FBD85A00-F83E-4EC3-91DB-514198AE3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21" t="5950" r="939"/>
          <a:stretch/>
        </p:blipFill>
        <p:spPr>
          <a:xfrm>
            <a:off x="10075426" y="2171420"/>
            <a:ext cx="1786530" cy="33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86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D7CC0A1-E3FC-4A5D-815D-8ADD610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Pillai vs Bhattacharyya  /2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FB44C27D-7483-4D90-A252-14A1DF5C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975" y="1468073"/>
            <a:ext cx="7886700" cy="4708890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Pillai primarily reflects </a:t>
            </a:r>
            <a:r>
              <a:rPr lang="en-GB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centroid separation relative to within-category variance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while Bhattacharyya additionally captures </a:t>
            </a:r>
            <a:r>
              <a:rPr lang="en-GB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differences in dispersion and covariance structure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Pillai == 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coincident </a:t>
            </a:r>
            <a:r>
              <a:rPr lang="en-GB" b="1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centroids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Bhatt. == 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identical </a:t>
            </a:r>
            <a:r>
              <a:rPr lang="en-GB" b="1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distributions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They use a different range of values: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Pillai: 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Bhatt.: 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– ∞</a:t>
            </a:r>
            <a:endParaRPr lang="en-GB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8CD6A80D-D180-4FD1-9107-DF1FFAFD6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3" t="5950" r="52957"/>
          <a:stretch/>
        </p:blipFill>
        <p:spPr>
          <a:xfrm>
            <a:off x="330044" y="2171420"/>
            <a:ext cx="1650564" cy="3368768"/>
          </a:xfrm>
          <a:prstGeom prst="rect">
            <a:avLst/>
          </a:prstGeom>
        </p:spPr>
      </p:pic>
      <p:pic>
        <p:nvPicPr>
          <p:cNvPr id="6" name="Imatge 5">
            <a:extLst>
              <a:ext uri="{FF2B5EF4-FFF2-40B4-BE49-F238E27FC236}">
                <a16:creationId xmlns:a16="http://schemas.microsoft.com/office/drawing/2014/main" id="{FBD85A00-F83E-4EC3-91DB-514198AE3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21" t="5950" r="939"/>
          <a:stretch/>
        </p:blipFill>
        <p:spPr>
          <a:xfrm>
            <a:off x="10075426" y="2171420"/>
            <a:ext cx="1786530" cy="33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96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D7CC0A1-E3FC-4A5D-815D-8ADD610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Pillai vs Bhattacharyya  /3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FB44C27D-7483-4D90-A252-14A1DF5C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975" y="1468073"/>
            <a:ext cx="7886700" cy="470889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/>
              <a:t>Both measures can be used as summary measures of category separation </a:t>
            </a:r>
            <a:r>
              <a:rPr lang="en-GB" dirty="0"/>
              <a:t>and then analysed statistically when comparing speakers, groups, or conditions.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Pillai trace is commonly used to </a:t>
            </a:r>
            <a:r>
              <a:rPr lang="en-GB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test phonological contrast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whereas Bhattacharyya distance is typically used to </a:t>
            </a:r>
            <a:r>
              <a:rPr lang="en-GB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quantify acoustic overlap between categories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8CD6A80D-D180-4FD1-9107-DF1FFAFD6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3" t="5950" r="52957"/>
          <a:stretch/>
        </p:blipFill>
        <p:spPr>
          <a:xfrm>
            <a:off x="330044" y="2171420"/>
            <a:ext cx="1650564" cy="3368768"/>
          </a:xfrm>
          <a:prstGeom prst="rect">
            <a:avLst/>
          </a:prstGeom>
        </p:spPr>
      </p:pic>
      <p:pic>
        <p:nvPicPr>
          <p:cNvPr id="6" name="Imatge 5">
            <a:extLst>
              <a:ext uri="{FF2B5EF4-FFF2-40B4-BE49-F238E27FC236}">
                <a16:creationId xmlns:a16="http://schemas.microsoft.com/office/drawing/2014/main" id="{FBD85A00-F83E-4EC3-91DB-514198AE3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21" t="5950" r="939"/>
          <a:stretch/>
        </p:blipFill>
        <p:spPr>
          <a:xfrm>
            <a:off x="10075426" y="2171420"/>
            <a:ext cx="1786530" cy="33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36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8CD6A80D-D180-4FD1-9107-DF1FFAFD6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3" t="5950" r="52957"/>
          <a:stretch/>
        </p:blipFill>
        <p:spPr>
          <a:xfrm>
            <a:off x="2343927" y="1744616"/>
            <a:ext cx="1650564" cy="3368768"/>
          </a:xfrm>
          <a:prstGeom prst="rect">
            <a:avLst/>
          </a:prstGeom>
        </p:spPr>
      </p:pic>
      <p:pic>
        <p:nvPicPr>
          <p:cNvPr id="6" name="Imatge 5">
            <a:extLst>
              <a:ext uri="{FF2B5EF4-FFF2-40B4-BE49-F238E27FC236}">
                <a16:creationId xmlns:a16="http://schemas.microsoft.com/office/drawing/2014/main" id="{FBD85A00-F83E-4EC3-91DB-514198AE3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21" t="5950" r="939"/>
          <a:stretch/>
        </p:blipFill>
        <p:spPr>
          <a:xfrm>
            <a:off x="8191236" y="1744616"/>
            <a:ext cx="1786530" cy="3368768"/>
          </a:xfrm>
          <a:prstGeom prst="rect">
            <a:avLst/>
          </a:prstGeom>
        </p:spPr>
      </p:pic>
      <p:pic>
        <p:nvPicPr>
          <p:cNvPr id="8" name="Contenidor de contingut 7">
            <a:extLst>
              <a:ext uri="{FF2B5EF4-FFF2-40B4-BE49-F238E27FC236}">
                <a16:creationId xmlns:a16="http://schemas.microsoft.com/office/drawing/2014/main" id="{42C9FB97-753C-4890-A82E-A74DCFD479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725" y="637381"/>
            <a:ext cx="1860550" cy="5583238"/>
          </a:xfrm>
          <a:prstGeom prst="rect">
            <a:avLst/>
          </a:prstGeom>
        </p:spPr>
      </p:pic>
      <p:graphicFrame>
        <p:nvGraphicFramePr>
          <p:cNvPr id="9" name="Taula 9">
            <a:extLst>
              <a:ext uri="{FF2B5EF4-FFF2-40B4-BE49-F238E27FC236}">
                <a16:creationId xmlns:a16="http://schemas.microsoft.com/office/drawing/2014/main" id="{2A9F762C-27D5-47CE-B4FB-22E992D5F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31439"/>
              </p:ext>
            </p:extLst>
          </p:nvPr>
        </p:nvGraphicFramePr>
        <p:xfrm>
          <a:off x="4000764" y="637383"/>
          <a:ext cx="1164961" cy="55832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4961">
                  <a:extLst>
                    <a:ext uri="{9D8B030D-6E8A-4147-A177-3AD203B41FA5}">
                      <a16:colId xmlns:a16="http://schemas.microsoft.com/office/drawing/2014/main" val="2131945055"/>
                    </a:ext>
                  </a:extLst>
                </a:gridCol>
              </a:tblGrid>
              <a:tr h="1395809">
                <a:tc>
                  <a:txBody>
                    <a:bodyPr/>
                    <a:lstStyle/>
                    <a:p>
                      <a:pPr algn="r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0.456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25413"/>
                  </a:ext>
                </a:extLst>
              </a:tr>
              <a:tr h="1395809">
                <a:tc>
                  <a:txBody>
                    <a:bodyPr/>
                    <a:lstStyle/>
                    <a:p>
                      <a:pPr algn="r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0.893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381486"/>
                  </a:ext>
                </a:extLst>
              </a:tr>
              <a:tr h="1395809">
                <a:tc>
                  <a:txBody>
                    <a:bodyPr/>
                    <a:lstStyle/>
                    <a:p>
                      <a:pPr algn="r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0.131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007717"/>
                  </a:ext>
                </a:extLst>
              </a:tr>
              <a:tr h="1395809">
                <a:tc>
                  <a:txBody>
                    <a:bodyPr/>
                    <a:lstStyle/>
                    <a:p>
                      <a:pPr algn="r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955952"/>
                  </a:ext>
                </a:extLst>
              </a:tr>
            </a:tbl>
          </a:graphicData>
        </a:graphic>
      </p:graphicFrame>
      <p:graphicFrame>
        <p:nvGraphicFramePr>
          <p:cNvPr id="10" name="Taula 9">
            <a:extLst>
              <a:ext uri="{FF2B5EF4-FFF2-40B4-BE49-F238E27FC236}">
                <a16:creationId xmlns:a16="http://schemas.microsoft.com/office/drawing/2014/main" id="{BCE4B589-8198-4542-9013-6CBBFEA41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447752"/>
              </p:ext>
            </p:extLst>
          </p:nvPr>
        </p:nvGraphicFramePr>
        <p:xfrm>
          <a:off x="7026275" y="637383"/>
          <a:ext cx="1164961" cy="55832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4961">
                  <a:extLst>
                    <a:ext uri="{9D8B030D-6E8A-4147-A177-3AD203B41FA5}">
                      <a16:colId xmlns:a16="http://schemas.microsoft.com/office/drawing/2014/main" val="2131945055"/>
                    </a:ext>
                  </a:extLst>
                </a:gridCol>
              </a:tblGrid>
              <a:tr h="1395809">
                <a:tc>
                  <a:txBody>
                    <a:bodyPr/>
                    <a:lstStyle/>
                    <a:p>
                      <a:pPr algn="l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0.639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25413"/>
                  </a:ext>
                </a:extLst>
              </a:tr>
              <a:tr h="1395809">
                <a:tc>
                  <a:txBody>
                    <a:bodyPr/>
                    <a:lstStyle/>
                    <a:p>
                      <a:pPr algn="l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5.578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381486"/>
                  </a:ext>
                </a:extLst>
              </a:tr>
              <a:tr h="1395809">
                <a:tc>
                  <a:txBody>
                    <a:bodyPr/>
                    <a:lstStyle/>
                    <a:p>
                      <a:pPr algn="l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0.534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007717"/>
                  </a:ext>
                </a:extLst>
              </a:tr>
              <a:tr h="1395809">
                <a:tc>
                  <a:txBody>
                    <a:bodyPr/>
                    <a:lstStyle/>
                    <a:p>
                      <a:pPr algn="l"/>
                      <a:r>
                        <a:rPr lang="ca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0.223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955952"/>
                  </a:ext>
                </a:extLst>
              </a:tr>
            </a:tbl>
          </a:graphicData>
        </a:graphic>
      </p:graphicFrame>
      <p:graphicFrame>
        <p:nvGraphicFramePr>
          <p:cNvPr id="7" name="Taula 9">
            <a:extLst>
              <a:ext uri="{FF2B5EF4-FFF2-40B4-BE49-F238E27FC236}">
                <a16:creationId xmlns:a16="http://schemas.microsoft.com/office/drawing/2014/main" id="{E524DD65-598A-43E4-A298-0B6302E71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2409"/>
              </p:ext>
            </p:extLst>
          </p:nvPr>
        </p:nvGraphicFramePr>
        <p:xfrm>
          <a:off x="2343927" y="5113384"/>
          <a:ext cx="1650564" cy="9796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0564">
                  <a:extLst>
                    <a:ext uri="{9D8B030D-6E8A-4147-A177-3AD203B41FA5}">
                      <a16:colId xmlns:a16="http://schemas.microsoft.com/office/drawing/2014/main" val="2131945055"/>
                    </a:ext>
                  </a:extLst>
                </a:gridCol>
              </a:tblGrid>
              <a:tr h="979685">
                <a:tc>
                  <a:txBody>
                    <a:bodyPr/>
                    <a:lstStyle/>
                    <a:p>
                      <a:pPr algn="ctr"/>
                      <a:r>
                        <a:rPr lang="ca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Pillai</a:t>
                      </a:r>
                      <a:endParaRPr lang="ca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25413"/>
                  </a:ext>
                </a:extLst>
              </a:tr>
            </a:tbl>
          </a:graphicData>
        </a:graphic>
      </p:graphicFrame>
      <p:graphicFrame>
        <p:nvGraphicFramePr>
          <p:cNvPr id="11" name="Taula 10">
            <a:extLst>
              <a:ext uri="{FF2B5EF4-FFF2-40B4-BE49-F238E27FC236}">
                <a16:creationId xmlns:a16="http://schemas.microsoft.com/office/drawing/2014/main" id="{481DA71E-645F-4684-884A-AE6B61B3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144101"/>
              </p:ext>
            </p:extLst>
          </p:nvPr>
        </p:nvGraphicFramePr>
        <p:xfrm>
          <a:off x="8191236" y="5113384"/>
          <a:ext cx="1786530" cy="9796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6530">
                  <a:extLst>
                    <a:ext uri="{9D8B030D-6E8A-4147-A177-3AD203B41FA5}">
                      <a16:colId xmlns:a16="http://schemas.microsoft.com/office/drawing/2014/main" val="2131945055"/>
                    </a:ext>
                  </a:extLst>
                </a:gridCol>
              </a:tblGrid>
              <a:tr h="979685">
                <a:tc>
                  <a:txBody>
                    <a:bodyPr/>
                    <a:lstStyle/>
                    <a:p>
                      <a:pPr algn="ctr"/>
                      <a:r>
                        <a:rPr lang="ca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Bhattacharyya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2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207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D4A870E-7568-4548-995A-969E5D26C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391"/>
          </a:xfrm>
        </p:spPr>
        <p:txBody>
          <a:bodyPr/>
          <a:lstStyle/>
          <a:p>
            <a:r>
              <a:rPr lang="en-GB" dirty="0"/>
              <a:t>Take-home message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FFA72AE9-997F-4E80-B913-8080DDA61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073"/>
            <a:ext cx="10515600" cy="470889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No single metric fully captures the structure of vowel systems, but multiple perspectives are required.</a:t>
            </a:r>
          </a:p>
          <a:p>
            <a:pPr>
              <a:lnSpc>
                <a:spcPct val="120000"/>
              </a:lnSpc>
            </a:pPr>
            <a:r>
              <a:rPr lang="en-GB" dirty="0"/>
              <a:t>Different metrics emphasise different aspects of the data: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dispersion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centroid distance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covariance structure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distribution overlap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similarity to a reference system</a:t>
            </a:r>
          </a:p>
          <a:p>
            <a:pPr>
              <a:lnSpc>
                <a:spcPct val="120000"/>
              </a:lnSpc>
            </a:pPr>
            <a:r>
              <a:rPr lang="en-GB" dirty="0"/>
              <a:t>Choosing an appropriate metric therefore depends on the phonological question being asked (and the amount of available data).</a:t>
            </a:r>
          </a:p>
        </p:txBody>
      </p:sp>
    </p:spTree>
    <p:extLst>
      <p:ext uri="{BB962C8B-B14F-4D97-AF65-F5344CB8AC3E}">
        <p14:creationId xmlns:p14="http://schemas.microsoft.com/office/powerpoint/2010/main" val="2795182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A8472F9-07D9-4174-89F4-19321D72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 functions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D3AC8F5C-93BF-46ED-9C60-0FE0B971E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Two R functions have been implemented to measure all these values</a:t>
            </a:r>
          </a:p>
          <a:p>
            <a:pPr lvl="1"/>
            <a:r>
              <a:rPr lang="en-GB" dirty="0" err="1"/>
              <a:t>detcov</a:t>
            </a:r>
            <a:r>
              <a:rPr lang="en-GB" dirty="0"/>
              <a:t>()</a:t>
            </a:r>
          </a:p>
          <a:p>
            <a:pPr lvl="2"/>
            <a:r>
              <a:rPr lang="en-GB" dirty="0" err="1"/>
              <a:t>detcov</a:t>
            </a:r>
            <a:endParaRPr lang="en-GB" dirty="0"/>
          </a:p>
          <a:p>
            <a:pPr lvl="1"/>
            <a:r>
              <a:rPr lang="en-GB" dirty="0" err="1"/>
              <a:t>voweldist</a:t>
            </a:r>
            <a:r>
              <a:rPr lang="en-GB" dirty="0"/>
              <a:t>()</a:t>
            </a:r>
          </a:p>
          <a:p>
            <a:pPr lvl="2"/>
            <a:r>
              <a:rPr lang="en-GB" dirty="0" err="1"/>
              <a:t>euc_wit</a:t>
            </a:r>
            <a:r>
              <a:rPr lang="en-GB" dirty="0"/>
              <a:t>, </a:t>
            </a:r>
            <a:r>
              <a:rPr lang="en-GB" dirty="0" err="1"/>
              <a:t>euc_bet</a:t>
            </a:r>
            <a:r>
              <a:rPr lang="en-GB" dirty="0"/>
              <a:t>, </a:t>
            </a:r>
            <a:r>
              <a:rPr lang="en-GB" dirty="0" err="1"/>
              <a:t>mah_wit</a:t>
            </a:r>
            <a:r>
              <a:rPr lang="en-GB" dirty="0"/>
              <a:t>, </a:t>
            </a:r>
            <a:r>
              <a:rPr lang="en-GB" dirty="0" err="1"/>
              <a:t>mah_bet</a:t>
            </a:r>
            <a:r>
              <a:rPr lang="en-GB" dirty="0"/>
              <a:t>, </a:t>
            </a:r>
            <a:r>
              <a:rPr lang="en-GB" dirty="0" err="1"/>
              <a:t>pil_wit</a:t>
            </a:r>
            <a:r>
              <a:rPr lang="en-GB" dirty="0"/>
              <a:t>, </a:t>
            </a:r>
            <a:r>
              <a:rPr lang="en-GB" dirty="0" err="1"/>
              <a:t>pil_bet</a:t>
            </a:r>
            <a:r>
              <a:rPr lang="en-GB" dirty="0"/>
              <a:t>, </a:t>
            </a:r>
            <a:r>
              <a:rPr lang="en-GB" dirty="0" err="1"/>
              <a:t>bha_wit</a:t>
            </a:r>
            <a:r>
              <a:rPr lang="en-GB" dirty="0"/>
              <a:t>, </a:t>
            </a:r>
            <a:r>
              <a:rPr lang="en-GB" dirty="0" err="1"/>
              <a:t>bha_bet</a:t>
            </a:r>
            <a:endParaRPr lang="en-GB" dirty="0"/>
          </a:p>
          <a:p>
            <a:pPr lvl="3"/>
            <a:r>
              <a:rPr lang="en-US" dirty="0"/>
              <a:t>_wit = within-system distinctiveness</a:t>
            </a:r>
          </a:p>
          <a:p>
            <a:pPr lvl="3"/>
            <a:r>
              <a:rPr lang="en-US" dirty="0"/>
              <a:t>_bet = between-system distance to the native reference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647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18730D3-76D0-4A0F-B9CC-D1F957F59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concepts to implementation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6C093EC3-822A-47E2-9504-AA27DFE95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practical session, we will:</a:t>
            </a:r>
          </a:p>
          <a:p>
            <a:pPr marL="806450" lvl="1" indent="-349250">
              <a:buFont typeface="+mj-lt"/>
              <a:buAutoNum type="arabicPeriod"/>
            </a:pPr>
            <a:r>
              <a:rPr lang="en-US" dirty="0"/>
              <a:t>inspect vowel clouds visually;</a:t>
            </a:r>
          </a:p>
          <a:p>
            <a:pPr marL="806450" lvl="1" indent="-349250">
              <a:buFont typeface="+mj-lt"/>
              <a:buAutoNum type="arabicPeriod"/>
            </a:pPr>
            <a:r>
              <a:rPr lang="en-US" dirty="0"/>
              <a:t>compute within-system distinctiveness metrics;</a:t>
            </a:r>
          </a:p>
          <a:p>
            <a:pPr marL="806450" lvl="1" indent="-349250">
              <a:buFont typeface="+mj-lt"/>
              <a:buAutoNum type="arabicPeriod"/>
            </a:pPr>
            <a:r>
              <a:rPr lang="en-US" dirty="0"/>
              <a:t>compute between-system nativelikeness metrics;</a:t>
            </a:r>
          </a:p>
          <a:p>
            <a:pPr marL="806450" lvl="1" indent="-349250">
              <a:buFont typeface="+mj-lt"/>
              <a:buAutoNum type="arabicPeriod"/>
            </a:pPr>
            <a:r>
              <a:rPr lang="en-US" dirty="0"/>
              <a:t>compare the metrics statistically in R.</a:t>
            </a:r>
          </a:p>
        </p:txBody>
      </p:sp>
    </p:spTree>
    <p:extLst>
      <p:ext uri="{BB962C8B-B14F-4D97-AF65-F5344CB8AC3E}">
        <p14:creationId xmlns:p14="http://schemas.microsoft.com/office/powerpoint/2010/main" val="2548541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Personalitzat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E2870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ersonalitzat 7">
      <a:majorFont>
        <a:latin typeface="Franklin Gothic Medium"/>
        <a:ea typeface=""/>
        <a:cs typeface=""/>
      </a:majorFont>
      <a:minorFont>
        <a:latin typeface="Sitka Banner"/>
        <a:ea typeface=""/>
        <a:cs typeface="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ci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1726</Words>
  <Application>Microsoft Office PowerPoint</Application>
  <PresentationFormat>Pantalla panoràmica</PresentationFormat>
  <Paragraphs>185</Paragraphs>
  <Slides>28</Slides>
  <Notes>1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5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28</vt:i4>
      </vt:variant>
    </vt:vector>
  </HeadingPairs>
  <TitlesOfParts>
    <vt:vector size="34" baseType="lpstr">
      <vt:lpstr>Arial</vt:lpstr>
      <vt:lpstr>Calibri</vt:lpstr>
      <vt:lpstr>Franklin Gothic Medium</vt:lpstr>
      <vt:lpstr>Sitka Banner</vt:lpstr>
      <vt:lpstr>Times New Roman</vt:lpstr>
      <vt:lpstr>Tema de l'Office</vt:lpstr>
      <vt:lpstr>Quantifying L2 vowel categories in acoustic space Distinctiveness and nativelikeness metrics in R</vt:lpstr>
      <vt:lpstr>The central problem</vt:lpstr>
      <vt:lpstr>/æ–ʌ/</vt:lpstr>
      <vt:lpstr>Vowel categories as distributions</vt:lpstr>
      <vt:lpstr>Three phonological questions</vt:lpstr>
      <vt:lpstr>Data constraints: dimensions and tokens</vt:lpstr>
      <vt:lpstr>Different questions require different metrics</vt:lpstr>
      <vt:lpstr>Determinant of covariance</vt:lpstr>
      <vt:lpstr>Determinant of covariance</vt:lpstr>
      <vt:lpstr>Determinant of covariance</vt:lpstr>
      <vt:lpstr>Determinant of covariance</vt:lpstr>
      <vt:lpstr>Euclidean distance</vt:lpstr>
      <vt:lpstr>Euclidean distance</vt:lpstr>
      <vt:lpstr>Euclidean distance</vt:lpstr>
      <vt:lpstr>Mahalanobis distance</vt:lpstr>
      <vt:lpstr>Mahalanobis distance</vt:lpstr>
      <vt:lpstr>Mahalanobis distance</vt:lpstr>
      <vt:lpstr>Mahalanobis distance</vt:lpstr>
      <vt:lpstr>Pillai trace &amp; Bhattacharyya distance</vt:lpstr>
      <vt:lpstr>Pillai trace</vt:lpstr>
      <vt:lpstr>Bhattacharyya distance</vt:lpstr>
      <vt:lpstr>Pillai vs Bhattacharyya  /1</vt:lpstr>
      <vt:lpstr>Pillai vs Bhattacharyya  /2</vt:lpstr>
      <vt:lpstr>Pillai vs Bhattacharyya  /3</vt:lpstr>
      <vt:lpstr>Presentació del PowerPoint</vt:lpstr>
      <vt:lpstr>Take-home message</vt:lpstr>
      <vt:lpstr>R functions</vt:lpstr>
      <vt:lpstr>From concepts to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L2 vowel categories in acoustic space: Distinctiveness and nativelikeness metrics in R</dc:title>
  <dc:creator>Joan Borràs-Comes</dc:creator>
  <cp:lastModifiedBy>Joan Borràs-Comes</cp:lastModifiedBy>
  <cp:revision>59</cp:revision>
  <dcterms:created xsi:type="dcterms:W3CDTF">2026-03-09T10:42:10Z</dcterms:created>
  <dcterms:modified xsi:type="dcterms:W3CDTF">2026-06-10T12:53:48Z</dcterms:modified>
</cp:coreProperties>
</file>